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13 — x86-64 Registers</a:t>
            </a:r>
          </a:p>
          <a:p/>
          <a:p>
            <a:r>
              <a:t>LECTURE NARRATION</a:t>
            </a:r>
          </a:p>
          <a:p>
            <a:r>
              <a:t>Register names are a vocabulary, but register use is a contract. The ISA defines what each name designates and how instructions affect it. The ABI assigns roles at function boundaries. A register used for an argument is still a general-purpose register inside a function, provided the function respects preservation and return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 names are a vocabulary, but register use is a contract.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Register names are a vocabulary, but register use is a contract. The ISA defines what each name designates and how instructions affect it. The ABI assigns roles at function boundaries. A register used for an argument is still a general-purpose register inside a function, provided the function respects preservation and return rules.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 names are a vocabulary, but register use is a contract.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13.1 General-purpose registers 13.2 Register widths 13.3 %rax 13.4 %rbx ...plus 13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13.1 General-purpose registers 13.2 Register widths 13.3 %rax 13.4 %rbx ...plus 13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13.1 General-purpose registers</a:t>
            </a:r>
          </a:p>
          <a:p/>
          <a:p>
            <a:r>
              <a:t>LECTURE NARRATION</a:t>
            </a:r>
          </a:p>
          <a:p>
            <a:r>
              <a:t>The baseline x86-64 general-purpose register set includes %rax , %rbx , %rcx , %rdx , %rsi , %rdi , %rsp , %rbp , and %r8 through %r15 . They can hold integer values or addresses, with some instructions imposing implicit operand roles. The ABI distinguishes caller-saved and callee-saved registers. Caller-saved values may be overwritten by a call, so a caller must preserve any such value it needs afterward. Callee-saved registers must be restored by a function that changes them. This division reduces unnecessary saving while allowing separately compiled functions to cooperate. [ R4 ]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baseline x86-64 general-purpose register set includes %rax , %rbx , %rcx , %rdx , %rsi , %rdi , %rsp , %rbp , and %r8 through %r15 .</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13.1 General-purpose registers — Deep Dive</a:t>
            </a:r>
          </a:p>
          <a:p/>
          <a:p>
            <a:r>
              <a:t>LECTURE NARRATION</a:t>
            </a:r>
          </a:p>
          <a:p>
            <a:r>
              <a:t>The baseline x86-64 general-purpose register set includes %rax , %rbx , %rcx , %rdx , %rsi , %rdi , %rsp , %rbp , and %r8 through %r15 . They can hold integer values or addresses, with some instructions imposing implicit operand roles. The ABI distinguishes caller-saved and callee-saved registers. Caller-saved values may be overwritten by a call, so a caller must preserve any such value it needs afterward. Callee-saved registers must be restored by a function that changes them. This division reduces unnecessary saving while allowing separately compiled functions to cooperate. [ R4 ]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baseline x86-64 general-purpose register set includes %rax , %rbx , %rcx , %rdx , %rsi , %rdi , %rsp , %rbp , and %r8 through %r15 .</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13.2 Register widths</a:t>
            </a:r>
          </a:p>
          <a:p/>
          <a:p>
            <a:r>
              <a:t>LECTURE NARRATION</a:t>
            </a:r>
          </a:p>
          <a:p>
            <a:r>
              <a:t>A 64-bit register has narrower named views. %rax is the full 64-bit register, %eax its low 32 bits, %ax its low 16 bits, and %al its low eight bits. %ah names another eight-bit portion, but legacy high-byte registers have encoding restrictions with REX prefixes and are best avoided in beginner examples. Writing a 32-bit general-purpose register zeroes the upper 32 bits of the corresponding 64-bit register. Writing a 16-bit or eight-bit subregister generally leaves the other bits unchanged. This is why movl $1, %eax establishes a full %rax value of one, while movb $1, %al does not.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64-bit register has narrower named views. %rax is the full 64-bit register, %eax its low 32 bits, %ax its low 16 bits, and %al its low eight bits. %ah names another eight-bit portion, but legacy high-byte registers have encoding restrictions with REX prefixes and are best avoided in beginner examples.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13.2 Register widths — Deep Dive</a:t>
            </a:r>
          </a:p>
          <a:p/>
          <a:p>
            <a:r>
              <a:t>LECTURE NARRATION</a:t>
            </a:r>
          </a:p>
          <a:p>
            <a:r>
              <a:t>A 64-bit register has narrower named views. %rax is the full 64-bit register, %eax its low 32 bits, %ax its low 16 bits, and %al its low eight bits. %ah names another eight-bit portion, but legacy high-byte registers have encoding restrictions with REX prefixes and are best avoided in beginner examples. Writing a 32-bit general-purpose register zeroes the upper 32 bits of the corresponding 64-bit register. Writing a 16-bit or eight-bit subregister generally leaves the other bits unchanged. This is why movl $1, %eax establishes a full %rax value of one, while movb $1, %al does not.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64-bit register has narrower named views. %rax is the full 64-bit register, %eax its low 32 bits, %ax its low 16 bits, and %al its low eight bits. %ah names another eight-bit portion, but legacy high-byte registers have encoding restrictions with REX prefixes and are best avoided in beginner examples.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13.3 %rax</a:t>
            </a:r>
          </a:p>
          <a:p/>
          <a:p>
            <a:r>
              <a:t>LECTURE NARRATION</a:t>
            </a:r>
          </a:p>
          <a:p>
            <a:r>
              <a:t>%rax commonly carries an integer or pointer return value under the System V ABI. It is caller-saved. Some multiply and divide instructions use %rax implicitly, often together with %rdx for a double-width value. Do not assume a call preserves an unrelated value in %rax ; the callee is allowed to use it for the result and temporary work. The low byte %al also has a special role when calling variadic functions under this ABI: it conveys information about vector-register arguments. Handwritten assembly that calls a variadic library routine must follow that rule rather than only loading the visible integer arguments.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%rax commonly carries an integer or pointer return value under the System V ABI.</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13.3 %rax — Deep Dive</a:t>
            </a:r>
          </a:p>
          <a:p/>
          <a:p>
            <a:r>
              <a:t>LECTURE NARRATION</a:t>
            </a:r>
          </a:p>
          <a:p>
            <a:r>
              <a:t>%rax commonly carries an integer or pointer return value under the System V ABI. It is caller-saved. Some multiply and divide instructions use %rax implicitly, often together with %rdx for a double-width value. Do not assume a call preserves an unrelated value in %rax ; the callee is allowed to use it for the result and temporary work. The low byte %al also has a special role when calling variadic functions under this ABI: it conveys information about vector-register arguments. Handwritten assembly that calls a variadic library routine must follow that rule rather than only loading the visible integer arguments.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%rax commonly carries an integer or pointer return value under the System V ABI.</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13.4 %rbx</a:t>
            </a:r>
          </a:p>
          <a:p/>
          <a:p>
            <a:r>
              <a:t>LECTURE NARRATION</a:t>
            </a:r>
          </a:p>
          <a:p>
            <a:r>
              <a:t>%rbx is callee-saved in the reference calling convention. A function can use it for a long-lived local value across nested calls, but must restore the caller’s original value before returning. The cost of using %rbx may include a save and restore if the function changes it. A compiler weighs that cost against repeatedly saving a caller-saved value around calls. Register allocation is therefore influenced by value lifetimes and call structure, not simply by choosing the shortest register name.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%rbx is callee-saved in the reference calling convention.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13.4 %rbx — Deep Dive</a:t>
            </a:r>
          </a:p>
          <a:p/>
          <a:p>
            <a:r>
              <a:t>LECTURE NARRATION</a:t>
            </a:r>
          </a:p>
          <a:p>
            <a:r>
              <a:t>%rbx is callee-saved in the reference calling convention. A function can use it for a long-lived local value across nested calls, but must restore the caller’s original value before returning. The cost of using %rbx may include a save and restore if the function changes it. A compiler weighs that cost against repeatedly saving a caller-saved value around calls. Register allocation is therefore influenced by value lifetimes and call structure, not simply by choosing the shortest register name.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%rbx is callee-saved in the reference calling convention.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13.5 %rcx</a:t>
            </a:r>
          </a:p>
          <a:p/>
          <a:p>
            <a:r>
              <a:t>LECTURE NARRATION</a:t>
            </a:r>
          </a:p>
          <a:p>
            <a:r>
              <a:t>%rcx holds the fourth ordinary integer or pointer argument in the System V convention. It is caller-saved. The low byte %cl is also the implicit count operand for traditional variable-count shift instructions. Implicit roles can constrain instruction scheduling. A compiler may need to move a shift count into %cl even when the count originally resides elsewhere. In Linux’s x86-64 system-call ABI, the fourth argument is not passed in %rcx ; the syscall interface uses %r10 for that position. Function calls and system calls must be learned as separate interfaces.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%rcx holds the fourth ordinary integer or pointer argument in the System V convention.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13.5 %rcx — Deep Dive</a:t>
            </a:r>
          </a:p>
          <a:p/>
          <a:p>
            <a:r>
              <a:t>LECTURE NARRATION</a:t>
            </a:r>
          </a:p>
          <a:p>
            <a:r>
              <a:t>%rcx holds the fourth ordinary integer or pointer argument in the System V convention. It is caller-saved. The low byte %cl is also the implicit count operand for traditional variable-count shift instructions. Implicit roles can constrain instruction scheduling. A compiler may need to move a shift count into %cl even when the count originally resides elsewhere. In Linux’s x86-64 system-call ABI, the fourth argument is not passed in %rcx ; the syscall interface uses %r10 for that position. Function calls and system calls must be learned as separate interfaces.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%rcx holds the fourth ordinary integer or pointer argument in the System V convention.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13.6 %rdx</a:t>
            </a:r>
          </a:p>
          <a:p/>
          <a:p>
            <a:r>
              <a:t>LECTURE NARRATION</a:t>
            </a:r>
          </a:p>
          <a:p>
            <a:r>
              <a:t>%rdx carries the third ordinary integer or pointer argument and is caller-saved. It also participates in full-width multiplication and division. For signed 64-bit division, %rdx:%rax forms the signed double-width dividend, and the remainder is returned in %rdx . Before dividing a sign-extended 64-bit value, cqto prepares %rdx from the sign of %rax . Clearing %rdx instead is correct for certain unsigned dividends but wrong for a negative signed dividend. The register pair’s interpretation must match the chosen instruction.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%rdx carries the third ordinary integer or pointer argument and is caller-saved.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13.6 %rdx — Deep Dive</a:t>
            </a:r>
          </a:p>
          <a:p/>
          <a:p>
            <a:r>
              <a:t>LECTURE NARRATION</a:t>
            </a:r>
          </a:p>
          <a:p>
            <a:r>
              <a:t>%rdx carries the third ordinary integer or pointer argument and is caller-saved. It also participates in full-width multiplication and division. For signed 64-bit division, %rdx:%rax forms the signed double-width dividend, and the remainder is returned in %rdx . Before dividing a sign-extended 64-bit value, cqto prepares %rdx from the sign of %rax . Clearing %rdx instead is correct for certain unsigned dividends but wrong for a negative signed dividend. The register pair’s interpretation must match the chosen instruction.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%rdx carries the third ordinary integer or pointer argument and is caller-saved.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13.7 %rsi</a:t>
            </a:r>
          </a:p>
          <a:p/>
          <a:p>
            <a:r>
              <a:t>LECTURE NARRATION</a:t>
            </a:r>
          </a:p>
          <a:p>
            <a:r>
              <a:t>%rsi carries the second ordinary integer or pointer argument. It is caller-saved and also has a source-index role in string instructions. Inside a function it can be reused once the argument is no longer needed. A name’s historical association is not a restriction on ordinary general-purpose use. A compiler may keep a loop bound in %rsi even when no string operation exists. Read the data flow in the current function instead of assuming the register always carries the same kind of value.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%rsi carries the second ordinary integer or pointer argument.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13.7 %rsi — Deep Dive</a:t>
            </a:r>
          </a:p>
          <a:p/>
          <a:p>
            <a:r>
              <a:t>LECTURE NARRATION</a:t>
            </a:r>
          </a:p>
          <a:p>
            <a:r>
              <a:t>%rsi carries the second ordinary integer or pointer argument. It is caller-saved and also has a source-index role in string instructions. Inside a function it can be reused once the argument is no longer needed. A name’s historical association is not a restriction on ordinary general-purpose use. A compiler may keep a loop bound in %rsi even when no string operation exists. Read the data flow in the current function instead of assuming the register always carries the same kind of value.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%rsi carries the second ordinary integer or pointer argument.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13.8 %rdi</a:t>
            </a:r>
          </a:p>
          <a:p/>
          <a:p>
            <a:r>
              <a:t>LECTURE NARRATION</a:t>
            </a:r>
          </a:p>
          <a:p>
            <a:r>
              <a:t>%rdi carries the first ordinary integer or pointer argument and is caller-saved. It has a destination-index role in string instructions. In a simple function taking a pointer and a length, %rdi commonly receives the pointer and %rsi the length. The first argument can also be hidden by a language ABI rule, such as a result-storage pointer or a C++ object pointer in particular cases. The simplified six-register rule is a useful starting point for ordinary scalar functions, not a complete classification algorithm for every aggregate or language feature.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%rdi carries the first ordinary integer or pointer argument and is caller-saved.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13.8 %rdi — Deep Dive</a:t>
            </a:r>
          </a:p>
          <a:p/>
          <a:p>
            <a:r>
              <a:t>LECTURE NARRATION</a:t>
            </a:r>
          </a:p>
          <a:p>
            <a:r>
              <a:t>%rdi carries the first ordinary integer or pointer argument and is caller-saved. It has a destination-index role in string instructions. In a simple function taking a pointer and a length, %rdi commonly receives the pointer and %rsi the length. The first argument can also be hidden by a language ABI rule, such as a result-storage pointer or a C++ object pointer in particular cases. The simplified six-register rule is a useful starting point for ordinary scalar functions, not a complete classification algorithm for every aggregate or language feature.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%rdi carries the first ordinary integer or pointer argument and is caller-saved.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13.9 %rsp</a:t>
            </a:r>
          </a:p>
          <a:p/>
          <a:p>
            <a:r>
              <a:t>LECTURE NARRATION</a:t>
            </a:r>
          </a:p>
          <a:p>
            <a:r>
              <a:t>%rsp is the stack pointer. Push, pop, call, and return operations use it according to their instruction semantics. The ABI requires suitable alignment at call boundaries and restoration of the caller’s stack position before a normal return. Corrupting %rsp can redirect subsequent stack accesses and returns. Handwritten assembly must account for every push, pop, and explicit adjustment. A balanced count alone is not enough if the adjustments occur on only some control-flow paths. Trace the stack depth along every path to the return instruction.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%rsp is the stack pointer.</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13.9 %rsp — Deep Dive</a:t>
            </a:r>
          </a:p>
          <a:p/>
          <a:p>
            <a:r>
              <a:t>LECTURE NARRATION</a:t>
            </a:r>
          </a:p>
          <a:p>
            <a:r>
              <a:t>%rsp is the stack pointer. Push, pop, call, and return operations use it according to their instruction semantics. The ABI requires suitable alignment at call boundaries and restoration of the caller’s stack position before a normal return. Corrupting %rsp can redirect subsequent stack accesses and returns. Handwritten assembly must account for every push, pop, and explicit adjustment. A balanced count alone is not enough if the adjustments occur on only some control-flow paths. Trace the stack depth along every path to the return instruction.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%rsp is the stack pointer.</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13.10 %rbp</a:t>
            </a:r>
          </a:p>
          <a:p/>
          <a:p>
            <a:r>
              <a:t>LECTURE NARRATION</a:t>
            </a:r>
          </a:p>
          <a:p>
            <a:r>
              <a:t>%rbp is callee-saved and can serve as a frame pointer. A conventional prologue saves the old value and makes %rbp a stable reference point for the current frame. Optimized code often omits this dedicated role and uses the register for other purposes. The absence of %rbp -based accesses does not mean a function lacks local state or cannot be unwound. Debugging and exception unwinding can use metadata that describes stack changes. Conversely, having a frame pointer does not make corrupted stack contents trustworthy.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%rbp is callee-saved and can serve as a frame pointer.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13.10 %rbp — Deep Dive</a:t>
            </a:r>
          </a:p>
          <a:p/>
          <a:p>
            <a:r>
              <a:t>LECTURE NARRATION</a:t>
            </a:r>
          </a:p>
          <a:p>
            <a:r>
              <a:t>%rbp is callee-saved and can serve as a frame pointer. A conventional prologue saves the old value and makes %rbp a stable reference point for the current frame. Optimized code often omits this dedicated role and uses the register for other purposes. The absence of %rbp -based accesses does not mean a function lacks local state or cannot be unwound. Debugging and exception unwinding can use metadata that describes stack changes. Conversely, having a frame pointer does not make corrupted stack contents trustworthy.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%rbp is callee-saved and can serve as a frame pointer.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13.11 %r8–%r15</a:t>
            </a:r>
          </a:p>
          <a:p/>
          <a:p>
            <a:r>
              <a:t>LECTURE NARRATION</a:t>
            </a:r>
          </a:p>
          <a:p>
            <a:r>
              <a:t>%r8 and %r9 carry the fifth and sixth ordinary integer or pointer arguments. %r10 and %r11 are caller-saved temporaries. %r12 through %r15 are callee-saved. The narrower forms use suffixes such as %r8d , %r8w , and %r8b . These registers expand the available working set and reduce some memory spills compared with a smaller register set. They do not eliminate register pressure. Large expressions, vector work, and many simultaneously live values can still require spills to stack storage. A spill is a consequence of allocation constraints, not necessarily a sign of an incompetent compiler.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%r8 and %r9 carry the fifth and sixth ordinary integer or pointer arguments. %r10 and %r11 are caller-saved temporaries. %r12 through %r15 are callee-saved.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13.11 %r8–%r15 — Deep Dive</a:t>
            </a:r>
          </a:p>
          <a:p/>
          <a:p>
            <a:r>
              <a:t>LECTURE NARRATION</a:t>
            </a:r>
          </a:p>
          <a:p>
            <a:r>
              <a:t>%r8 and %r9 carry the fifth and sixth ordinary integer or pointer arguments. %r10 and %r11 are caller-saved temporaries. %r12 through %r15 are callee-saved. The narrower forms use suffixes such as %r8d , %r8w , and %r8b . These registers expand the available working set and reduce some memory spills compared with a smaller register set. They do not eliminate register pressure. Large expressions, vector work, and many simultaneously live values can still require spills to stack storage. A spill is a consequence of allocation constraints, not necessarily a sign of an incompetent compiler.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%r8 and %r9 carry the fifth and sixth ordinary integer or pointer arguments. %r10 and %r11 are caller-saved temporaries. %r12 through %r15 are callee-saved.</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13.12 Instruction pointer</a:t>
            </a:r>
          </a:p>
          <a:p/>
          <a:p>
            <a:r>
              <a:t>LECTURE NARRATION</a:t>
            </a:r>
          </a:p>
          <a:p>
            <a:r>
              <a:t>%rip identifies the instruction stream position. It is not manipulated as an ordinary general-purpose destination in the same way as %rax ; control-transfer instructions and relative-addressing mechanisms provide the relevant operations. RIP-relative addressing supports position-independent access to nearby code and data. The code can refer to a symbol using a displacement that remains useful when the image is relocated. Relocations and linker decisions still matter, especially for symbols outside the current image or with different visibility.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13.12 Instruction pointer — Deep Dive</a:t>
            </a:r>
          </a:p>
          <a:p/>
          <a:p>
            <a:r>
              <a:t>LECTURE NARRATION</a:t>
            </a:r>
          </a:p>
          <a:p>
            <a:r>
              <a:t>%rip identifies the instruction stream position. It is not manipulated as an ordinary general-purpose destination in the same way as %rax ; control-transfer instructions and relative-addressing mechanisms provide the relevant operations. RIP-relative addressing supports position-independent access to nearby code and data. The code can refer to a symbol using a displacement that remains useful when the image is relocated. Relocations and linker decisions still matter, especially for symbols outside the current image or with different visibility.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13.13 Condition flags</a:t>
            </a:r>
          </a:p>
          <a:p/>
          <a:p>
            <a:r>
              <a:t>LECTURE NARRATION</a:t>
            </a:r>
          </a:p>
          <a:p>
            <a:r>
              <a:t>The flags register includes status bits such as zero, sign, carry, and overflow. Arithmetic and comparison instructions update selected flags. Conditional branches, conditional moves, and set-on-condition instructions then interpret them. Flags do not have one universal “comparison result” meaning. Signed and unsigned order use different combinations. Carry is relevant to unsigned overflow or borrow interpretation; overflow describes signed-range overflow for particular arithmetic operations. An intervening instruction can overwrite flags, so keep the producing instruction and consuming branch connected in the data-flow analysis.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13.13 Condition flags — Deep Dive</a:t>
            </a:r>
          </a:p>
          <a:p/>
          <a:p>
            <a:r>
              <a:t>LECTURE NARRATION</a:t>
            </a:r>
          </a:p>
          <a:p>
            <a:r>
              <a:t>The flags register includes status bits such as zero, sign, carry, and overflow. Arithmetic and comparison instructions update selected flags. Conditional branches, conditional moves, and set-on-condition instructions then interpret them. Flags do not have one universal “comparison result” meaning. Signed and unsigned order use different combinations. Carry is relevant to unsigned overflow or borrow interpretation; overflow describes signed-range overflow for particular arithmetic operations. An intervening instruction can overwrite flags, so keep the producing instruction and consuming branch connected in the data-flow analysis. [ R3 ]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Watching partial-register writes</a:t>
            </a:r>
          </a:p>
          <a:p/>
          <a:p>
            <a:r>
              <a:t>LECTURE NARRATION</a:t>
            </a:r>
          </a:p>
          <a:p>
            <a:r>
              <a:t>Start %rax with every bit set. A 32-bit write of one clears its high half. A 16-bit write changes only the low 16 bits. An eight-bit write changes only the low byte. Companion listing: ch13/widths.S Companion listing: ch13/main.c Build on the reference platform with cc main.c widths.S -o widths . The successive full-register values are FFFFFFFFFFFFFFFF , 0000000000000001 , 0000000000001234 , and 0000000000001256 . The return value verifies the final state without requiring a debugger.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start %rax with every bit set.</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Watching partial-register writes — Deep Dive</a:t>
            </a:r>
          </a:p>
          <a:p/>
          <a:p>
            <a:r>
              <a:t>LECTURE NARRATION</a:t>
            </a:r>
          </a:p>
          <a:p>
            <a:r>
              <a:t>Start %rax with every bit set. A 32-bit write of one clears its high half. A 16-bit write changes only the low 16 bits. An eight-bit write changes only the low byte. Companion listing: ch13/widths.S Companion listing: ch13/main.c Build on the reference platform with cc main.c widths.S -o widths . The successive full-register values are FFFFFFFFFFFFFFFF , 0000000000000001 , 0000000000001234 , and 0000000000001256 . The return value verifies the final state without requiring a debugger.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start %rax with every bit set.</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Worked example — Subregister write behavior</a:t>
            </a:r>
          </a:p>
          <a:p/>
          <a:p>
            <a:r>
              <a:t>LECTURE NARRATION</a:t>
            </a:r>
          </a:p>
          <a:p>
            <a:r>
              <a:t>On x86-64, writing a 32-bit general-purpose subregister such as eax zero-extends into the full 64-bit register rax . Thus if rax was 0xFFFF000000000001 and an instruction writes eax = 5 , the resulting rax is 0x0000000000000005 . This differs from many 8- and 16-bit partial-register writes.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 x86-64, writing a 32-bit general-purpose subregister such as eax zero-extends into the full 64-bit register rax .</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Worked example — Subregister write behavior — Deep Dive</a:t>
            </a:r>
          </a:p>
          <a:p/>
          <a:p>
            <a:r>
              <a:t>LECTURE NARRATION</a:t>
            </a:r>
          </a:p>
          <a:p>
            <a:r>
              <a:t>On x86-64, writing a 32-bit general-purpose subregister such as eax zero-extends into the full 64-bit register rax . Thus if rax was 0xFFFF000000000001 and an instruction writes eax = 5 , the resulting rax is 0x0000000000000005 . This differs from many 8- and 16-bit partial-register writes.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on x86-64, writing a 32-bit general-purpose subregister such as eax zero-extends into the full 64-bit register rax .</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Worked example — Following argument registers</a:t>
            </a:r>
          </a:p>
          <a:p/>
          <a:p>
            <a:r>
              <a:t>LECTURE NARRATION</a:t>
            </a:r>
          </a:p>
          <a:p>
            <a:r>
              <a:t>Under the System V AMD64 ABI, the first integer or pointer arguments are commonly passed in rdi , rsi , rdx , rcx , r8 , and r9 , with integer return values in rax . A call f(10,20) therefore places the first two arguments in the first two designated registers before transferring control, unless optimization removes or transforms the call.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under the System V AMD64 ABI, the first integer or pointer arguments are commonly passed in rdi , rsi , rdx , rcx , r8 , and r9 , with integer return values in rax .</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Worked example — Following argument registers — Deep Dive</a:t>
            </a:r>
          </a:p>
          <a:p/>
          <a:p>
            <a:r>
              <a:t>LECTURE NARRATION</a:t>
            </a:r>
          </a:p>
          <a:p>
            <a:r>
              <a:t>Under the System V AMD64 ABI, the first integer or pointer arguments are commonly passed in rdi , rsi , rdx , rcx , r8 , and r9 , with integer return values in rax . A call f(10,20) therefore places the first two arguments in the first two designated registers before transferring control, unless optimization removes or transforms the call.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under the System V AMD64 ABI, the first integer or pointer arguments are commonly passed in rdi , rsi , rdx , rcx , r8 , and r9 , with integer return values in rax .</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Guided lab and review</a:t>
            </a:r>
          </a:p>
          <a:p/>
          <a:p>
            <a:r>
              <a:t>LECTURE NARRATION</a:t>
            </a:r>
          </a:p>
          <a:p>
            <a:r>
              <a:t>Lab 13. Change the 32-bit write to an eight-bit write and predict the full final 64-bit result before running. Use a debugger or the returned value to verify which high bits remain. Review 1. Which general-purpose registers must a callee restore if it changes them under the reference ABI? Review 2. Why can %rax not be assumed to survive a call unchanged?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13.</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Guided lab and review — Deep Dive</a:t>
            </a:r>
          </a:p>
          <a:p/>
          <a:p>
            <a:r>
              <a:t>LECTURE NARRATION</a:t>
            </a:r>
          </a:p>
          <a:p>
            <a:r>
              <a:t>Lab 13. Change the 32-bit write to an eight-bit write and predict the full final 64-bit result before running. Use a debugger or the returned value to verify which high bits remain. Review 1. Which general-purpose registers must a callee restore if it changes them under the reference ABI? Review 2. Why can %rax not be assumed to survive a call unchanged?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13.</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Chapter Synthesis</a:t>
            </a:r>
          </a:p>
          <a:p/>
          <a:p>
            <a:r>
              <a:t>LECTURE NARRATION</a:t>
            </a:r>
          </a:p>
          <a:p>
            <a:r>
              <a:t>The chapter's central subject is x86-64 registers.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x86-64 registers.</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Assembly Data Movement.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13 — x86-64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Register names are a vocabulary, but register use is a contract.</a:t>
            </a:r>
          </a:p>
          <a:p>
            <a:pPr>
              <a:spcAft>
                <a:spcPts val="1100"/>
              </a:spcAft>
              <a:defRPr sz="1900">
                <a:solidFill>
                  <a:srgbClr val="F2F5F8"/>
                </a:solidFill>
              </a:defRPr>
            </a:pPr>
            <a:r>
              <a:t>• The ISA defines what each name designates and how instructions affect it.</a:t>
            </a:r>
          </a:p>
          <a:p>
            <a:pPr>
              <a:spcAft>
                <a:spcPts val="1100"/>
              </a:spcAft>
              <a:defRPr sz="1900">
                <a:solidFill>
                  <a:srgbClr val="F2F5F8"/>
                </a:solidFill>
              </a:defRPr>
            </a:pPr>
            <a:r>
              <a:t>• The ABI assigns roles at function boundaries.</a:t>
            </a:r>
          </a:p>
          <a:p>
            <a:pPr>
              <a:spcAft>
                <a:spcPts val="1100"/>
              </a:spcAft>
              <a:defRPr sz="1700">
                <a:solidFill>
                  <a:srgbClr val="F2F5F8"/>
                </a:solidFill>
              </a:defRPr>
            </a:pPr>
            <a:r>
              <a:t>• A register used for an argument is still a general-purpose register inside a function, provided the function respects preservation and return rules.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x86-64 Registers.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13.1 General-purpose registers</a:t>
            </a:r>
          </a:p>
          <a:p>
            <a:pPr>
              <a:spcAft>
                <a:spcPts val="1100"/>
              </a:spcAft>
              <a:defRPr sz="1900">
                <a:solidFill>
                  <a:srgbClr val="F2F5F8"/>
                </a:solidFill>
              </a:defRPr>
            </a:pPr>
            <a:r>
              <a:t>• 13.2 Register widths</a:t>
            </a:r>
          </a:p>
          <a:p>
            <a:pPr>
              <a:spcAft>
                <a:spcPts val="1100"/>
              </a:spcAft>
              <a:defRPr sz="1900">
                <a:solidFill>
                  <a:srgbClr val="F2F5F8"/>
                </a:solidFill>
              </a:defRPr>
            </a:pPr>
            <a:r>
              <a:t>• 13.3 %rax</a:t>
            </a:r>
          </a:p>
          <a:p>
            <a:pPr>
              <a:spcAft>
                <a:spcPts val="1100"/>
              </a:spcAft>
              <a:defRPr sz="1900">
                <a:solidFill>
                  <a:srgbClr val="F2F5F8"/>
                </a:solidFill>
              </a:defRPr>
            </a:pPr>
            <a:r>
              <a:t>• 13.4 %rbx</a:t>
            </a:r>
          </a:p>
          <a:p>
            <a:pPr>
              <a:spcAft>
                <a:spcPts val="1100"/>
              </a:spcAft>
              <a:defRPr sz="1900">
                <a:solidFill>
                  <a:srgbClr val="F2F5F8"/>
                </a:solidFill>
              </a:defRPr>
            </a:pPr>
            <a:r>
              <a:t>• ...plus 13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 General-purpose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baseline x86-64 general-purpose register set includes %rax , %rbx , %rcx , %rdx , %rsi , %rdi , %rsp , %rbp , and %r8 through %r15 .</a:t>
            </a:r>
          </a:p>
          <a:p>
            <a:pPr>
              <a:spcAft>
                <a:spcPts val="1100"/>
              </a:spcAft>
              <a:defRPr sz="1900">
                <a:solidFill>
                  <a:srgbClr val="F2F5F8"/>
                </a:solidFill>
              </a:defRPr>
            </a:pPr>
            <a:r>
              <a:t>• They can hold integer values or addresses, with some instructions imposing implicit operand roles.</a:t>
            </a:r>
          </a:p>
          <a:p>
            <a:pPr>
              <a:spcAft>
                <a:spcPts val="1100"/>
              </a:spcAft>
              <a:defRPr sz="1900">
                <a:solidFill>
                  <a:srgbClr val="F2F5F8"/>
                </a:solidFill>
              </a:defRPr>
            </a:pPr>
            <a:r>
              <a:t>• The ABI distinguishes caller-saved and callee-saved registers.</a:t>
            </a:r>
          </a:p>
          <a:p>
            <a:pPr>
              <a:spcAft>
                <a:spcPts val="1100"/>
              </a:spcAft>
              <a:defRPr sz="1900">
                <a:solidFill>
                  <a:srgbClr val="F2F5F8"/>
                </a:solidFill>
              </a:defRPr>
            </a:pPr>
            <a:r>
              <a:t>• Caller-saved values may be overwritten by a call, so a caller must preserve any such value it needs afterward.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 General-purpose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ABI distinguishes caller-saved and callee-saved registers.</a:t>
            </a:r>
          </a:p>
          <a:p>
            <a:pPr>
              <a:spcAft>
                <a:spcPts val="1100"/>
              </a:spcAft>
              <a:defRPr sz="1900">
                <a:solidFill>
                  <a:srgbClr val="F2F5F8"/>
                </a:solidFill>
              </a:defRPr>
            </a:pPr>
            <a:r>
              <a:t>• Caller-saved values may be overwritten by a call, so a caller must preserve any such value it needs afterward.</a:t>
            </a:r>
          </a:p>
          <a:p>
            <a:pPr>
              <a:spcAft>
                <a:spcPts val="1100"/>
              </a:spcAft>
              <a:defRPr sz="1900">
                <a:solidFill>
                  <a:srgbClr val="F2F5F8"/>
                </a:solidFill>
              </a:defRPr>
            </a:pPr>
            <a:r>
              <a:t>• Callee-saved registers must be restored by a function that changes them.</a:t>
            </a:r>
          </a:p>
          <a:p>
            <a:pPr>
              <a:spcAft>
                <a:spcPts val="1100"/>
              </a:spcAft>
              <a:defRPr sz="1900">
                <a:solidFill>
                  <a:srgbClr val="F2F5F8"/>
                </a:solidFill>
              </a:defRPr>
            </a:pPr>
            <a:r>
              <a:t>• This division reduces unnecessary saving while allowing separately compiled functions to cooperate. [ R4 ]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13.2 Register widths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64-bit register has narrower named views. %rax is the full 64-bit register, %eax its low 32 bits, %ax its low 16 bits, and %al its low eight bits. %ah names another eight-bit...</a:t>
            </a:r>
          </a:p>
          <a:p>
            <a:pPr>
              <a:spcAft>
                <a:spcPts val="1100"/>
              </a:spcAft>
              <a:defRPr sz="1900">
                <a:solidFill>
                  <a:srgbClr val="F2F5F8"/>
                </a:solidFill>
              </a:defRPr>
            </a:pPr>
            <a:r>
              <a:t>• Writing a 32-bit general-purpose register zeroes the upper 32 bits of the corresponding 64-bit register.</a:t>
            </a:r>
          </a:p>
          <a:p>
            <a:pPr>
              <a:spcAft>
                <a:spcPts val="1100"/>
              </a:spcAft>
              <a:defRPr sz="1900">
                <a:solidFill>
                  <a:srgbClr val="F2F5F8"/>
                </a:solidFill>
              </a:defRPr>
            </a:pPr>
            <a:r>
              <a:t>• Writing a 16-bit or eight-bit subregister generally leaves the other bits unchanged.</a:t>
            </a:r>
          </a:p>
          <a:p>
            <a:pPr>
              <a:spcAft>
                <a:spcPts val="1100"/>
              </a:spcAft>
              <a:defRPr sz="1900">
                <a:solidFill>
                  <a:srgbClr val="F2F5F8"/>
                </a:solidFill>
              </a:defRPr>
            </a:pPr>
            <a:r>
              <a:t>• This is why movl $1, %eax establishes a full %rax value of one, while movb $1, %al does not.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13.2 Register widths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Writing a 32-bit general-purpose register zeroes the upper 32 bits of the corresponding 64-bit register.</a:t>
            </a:r>
          </a:p>
          <a:p>
            <a:pPr>
              <a:spcAft>
                <a:spcPts val="1100"/>
              </a:spcAft>
              <a:defRPr sz="1900">
                <a:solidFill>
                  <a:srgbClr val="F2F5F8"/>
                </a:solidFill>
              </a:defRPr>
            </a:pPr>
            <a:r>
              <a:t>• Writing a 16-bit or eight-bit subregister generally leaves the other bits unchanged.</a:t>
            </a:r>
          </a:p>
          <a:p>
            <a:pPr>
              <a:spcAft>
                <a:spcPts val="1100"/>
              </a:spcAft>
              <a:defRPr sz="1900">
                <a:solidFill>
                  <a:srgbClr val="F2F5F8"/>
                </a:solidFill>
              </a:defRPr>
            </a:pPr>
            <a:r>
              <a:t>• This is why movl $1, %eax establishes a full %rax value of one, while movb $1, %al does not.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13.3 %rax</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%rax commonly carries an integer or pointer return value under the System V ABI.</a:t>
            </a:r>
          </a:p>
          <a:p>
            <a:pPr>
              <a:spcAft>
                <a:spcPts val="1100"/>
              </a:spcAft>
              <a:defRPr sz="1900">
                <a:solidFill>
                  <a:srgbClr val="F2F5F8"/>
                </a:solidFill>
              </a:defRPr>
            </a:pPr>
            <a:r>
              <a:t>• It is caller-saved.</a:t>
            </a:r>
          </a:p>
          <a:p>
            <a:pPr>
              <a:spcAft>
                <a:spcPts val="1100"/>
              </a:spcAft>
              <a:defRPr sz="1900">
                <a:solidFill>
                  <a:srgbClr val="F2F5F8"/>
                </a:solidFill>
              </a:defRPr>
            </a:pPr>
            <a:r>
              <a:t>• Some multiply and divide instructions use %rax implicitly, often together with %rdx for a double-width value.</a:t>
            </a:r>
          </a:p>
          <a:p>
            <a:pPr>
              <a:spcAft>
                <a:spcPts val="1100"/>
              </a:spcAft>
              <a:defRPr sz="1700">
                <a:solidFill>
                  <a:srgbClr val="F2F5F8"/>
                </a:solidFill>
              </a:defRPr>
            </a:pPr>
            <a:r>
              <a:t>• Do not assume a call preserves an unrelated value in %rax ; the callee is allowed to use it for the result and temporary work.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13.3 %rax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Do not assume a call preserves an unrelated value in %rax ; the callee is allowed to use it for the result and temporary work.</a:t>
            </a:r>
          </a:p>
          <a:p>
            <a:pPr>
              <a:spcAft>
                <a:spcPts val="1100"/>
              </a:spcAft>
              <a:defRPr sz="1700">
                <a:solidFill>
                  <a:srgbClr val="F2F5F8"/>
                </a:solidFill>
              </a:defRPr>
            </a:pPr>
            <a:r>
              <a:t>• The low byte %al also has a special role when calling variadic functions under this ABI: it conveys information about vector-register arguments.</a:t>
            </a:r>
          </a:p>
          <a:p>
            <a:pPr>
              <a:spcAft>
                <a:spcPts val="1100"/>
              </a:spcAft>
              <a:defRPr sz="1700">
                <a:solidFill>
                  <a:srgbClr val="F2F5F8"/>
                </a:solidFill>
              </a:defRPr>
            </a:pPr>
            <a:r>
              <a:t>• Handwritten assembly that calls a variadic library routine must follow that rule rather than only loading the visible integer arguments.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13.4 %rbx</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%rbx is callee-saved in the reference calling convention.</a:t>
            </a:r>
          </a:p>
          <a:p>
            <a:pPr>
              <a:spcAft>
                <a:spcPts val="1100"/>
              </a:spcAft>
              <a:defRPr sz="1700">
                <a:solidFill>
                  <a:srgbClr val="F2F5F8"/>
                </a:solidFill>
              </a:defRPr>
            </a:pPr>
            <a:r>
              <a:t>• A function can use it for a long-lived local value across nested calls, but must restore the caller’s original value before returning.</a:t>
            </a:r>
          </a:p>
          <a:p>
            <a:pPr>
              <a:spcAft>
                <a:spcPts val="1100"/>
              </a:spcAft>
              <a:defRPr sz="1900">
                <a:solidFill>
                  <a:srgbClr val="F2F5F8"/>
                </a:solidFill>
              </a:defRPr>
            </a:pPr>
            <a:r>
              <a:t>• The cost of using %rbx may include a save and restore if the function changes it.</a:t>
            </a:r>
          </a:p>
          <a:p>
            <a:pPr>
              <a:spcAft>
                <a:spcPts val="1100"/>
              </a:spcAft>
              <a:defRPr sz="1900">
                <a:solidFill>
                  <a:srgbClr val="F2F5F8"/>
                </a:solidFill>
              </a:defRPr>
            </a:pPr>
            <a:r>
              <a:t>• A compiler weighs that cost against repeatedly saving a caller-saved value around calls.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13.4 %rbx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cost of using %rbx may include a save and restore if the function changes it.</a:t>
            </a:r>
          </a:p>
          <a:p>
            <a:pPr>
              <a:spcAft>
                <a:spcPts val="1100"/>
              </a:spcAft>
              <a:defRPr sz="1900">
                <a:solidFill>
                  <a:srgbClr val="F2F5F8"/>
                </a:solidFill>
              </a:defRPr>
            </a:pPr>
            <a:r>
              <a:t>• A compiler weighs that cost against repeatedly saving a caller-saved value around calls.</a:t>
            </a:r>
          </a:p>
          <a:p>
            <a:pPr>
              <a:spcAft>
                <a:spcPts val="1100"/>
              </a:spcAft>
              <a:defRPr sz="1700">
                <a:solidFill>
                  <a:srgbClr val="F2F5F8"/>
                </a:solidFill>
              </a:defRPr>
            </a:pPr>
            <a:r>
              <a:t>• Register allocation is therefore influenced by value lifetimes and call structure, not simply by choosing the shortest register name.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13.5 %rcx</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%rcx holds the fourth ordinary integer or pointer argument in the System V convention.</a:t>
            </a:r>
          </a:p>
          <a:p>
            <a:pPr>
              <a:spcAft>
                <a:spcPts val="1100"/>
              </a:spcAft>
              <a:defRPr sz="1900">
                <a:solidFill>
                  <a:srgbClr val="F2F5F8"/>
                </a:solidFill>
              </a:defRPr>
            </a:pPr>
            <a:r>
              <a:t>• It is caller-saved.</a:t>
            </a:r>
          </a:p>
          <a:p>
            <a:pPr>
              <a:spcAft>
                <a:spcPts val="1100"/>
              </a:spcAft>
              <a:defRPr sz="1900">
                <a:solidFill>
                  <a:srgbClr val="F2F5F8"/>
                </a:solidFill>
              </a:defRPr>
            </a:pPr>
            <a:r>
              <a:t>• The low byte %cl is also the implicit count operand for traditional variable-count shift instructions.</a:t>
            </a:r>
          </a:p>
          <a:p>
            <a:pPr>
              <a:spcAft>
                <a:spcPts val="1100"/>
              </a:spcAft>
              <a:defRPr sz="1900">
                <a:solidFill>
                  <a:srgbClr val="F2F5F8"/>
                </a:solidFill>
              </a:defRPr>
            </a:pPr>
            <a:r>
              <a:t>• Implicit roles can constrain instruction scheduling.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13.5 %rcx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Implicit roles can constrain instruction scheduling.</a:t>
            </a:r>
          </a:p>
          <a:p>
            <a:pPr>
              <a:spcAft>
                <a:spcPts val="1100"/>
              </a:spcAft>
              <a:defRPr sz="1900">
                <a:solidFill>
                  <a:srgbClr val="F2F5F8"/>
                </a:solidFill>
              </a:defRPr>
            </a:pPr>
            <a:r>
              <a:t>• A compiler may need to move a shift count into %cl even when the count originally resides elsewhere.</a:t>
            </a:r>
          </a:p>
          <a:p>
            <a:pPr>
              <a:spcAft>
                <a:spcPts val="1100"/>
              </a:spcAft>
              <a:defRPr sz="1700">
                <a:solidFill>
                  <a:srgbClr val="F2F5F8"/>
                </a:solidFill>
              </a:defRPr>
            </a:pPr>
            <a:r>
              <a:t>• In Linux’s x86-64 system-call ABI, the fourth argument is not passed in %rcx ; the syscall interface uses %r10 for that position.</a:t>
            </a:r>
          </a:p>
          <a:p>
            <a:pPr>
              <a:spcAft>
                <a:spcPts val="1100"/>
              </a:spcAft>
              <a:defRPr sz="1900">
                <a:solidFill>
                  <a:srgbClr val="F2F5F8"/>
                </a:solidFill>
              </a:defRPr>
            </a:pPr>
            <a:r>
              <a:t>• Function calls and system calls must be learned as separate interfaces.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13.6 %rdx</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%rdx carries the third ordinary integer or pointer argument and is caller-saved.</a:t>
            </a:r>
          </a:p>
          <a:p>
            <a:pPr>
              <a:spcAft>
                <a:spcPts val="1100"/>
              </a:spcAft>
              <a:defRPr sz="1900">
                <a:solidFill>
                  <a:srgbClr val="F2F5F8"/>
                </a:solidFill>
              </a:defRPr>
            </a:pPr>
            <a:r>
              <a:t>• It also participates in full-width multiplication and division.</a:t>
            </a:r>
          </a:p>
          <a:p>
            <a:pPr>
              <a:spcAft>
                <a:spcPts val="1100"/>
              </a:spcAft>
              <a:defRPr sz="1900">
                <a:solidFill>
                  <a:srgbClr val="F2F5F8"/>
                </a:solidFill>
              </a:defRPr>
            </a:pPr>
            <a:r>
              <a:t>• For signed 64-bit division, %rdx:%rax forms the signed double-width dividend, and the remainder is returned in %rdx .</a:t>
            </a:r>
          </a:p>
          <a:p>
            <a:pPr>
              <a:spcAft>
                <a:spcPts val="1100"/>
              </a:spcAft>
              <a:defRPr sz="1900">
                <a:solidFill>
                  <a:srgbClr val="F2F5F8"/>
                </a:solidFill>
              </a:defRPr>
            </a:pPr>
            <a:r>
              <a:t>• Before dividing a sign-extended 64-bit value, cqto prepares %rdx from the sign of %rax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13.6 %rdx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Before dividing a sign-extended 64-bit value, cqto prepares %rdx from the sign of %rax .</a:t>
            </a:r>
          </a:p>
          <a:p>
            <a:pPr>
              <a:spcAft>
                <a:spcPts val="1100"/>
              </a:spcAft>
              <a:defRPr sz="1900">
                <a:solidFill>
                  <a:srgbClr val="F2F5F8"/>
                </a:solidFill>
              </a:defRPr>
            </a:pPr>
            <a:r>
              <a:t>• Clearing %rdx instead is correct for certain unsigned dividends but wrong for a negative signed dividend.</a:t>
            </a:r>
          </a:p>
          <a:p>
            <a:pPr>
              <a:spcAft>
                <a:spcPts val="1100"/>
              </a:spcAft>
              <a:defRPr sz="1900">
                <a:solidFill>
                  <a:srgbClr val="F2F5F8"/>
                </a:solidFill>
              </a:defRPr>
            </a:pPr>
            <a:r>
              <a:t>• The register pair’s interpretation must match the chosen instruction.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13.7 %rsi</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%rsi carries the second ordinary integer or pointer argument.</a:t>
            </a:r>
          </a:p>
          <a:p>
            <a:pPr>
              <a:spcAft>
                <a:spcPts val="1100"/>
              </a:spcAft>
              <a:defRPr sz="1900">
                <a:solidFill>
                  <a:srgbClr val="F2F5F8"/>
                </a:solidFill>
              </a:defRPr>
            </a:pPr>
            <a:r>
              <a:t>• It is caller-saved and also has a source-index role in string instructions.</a:t>
            </a:r>
          </a:p>
          <a:p>
            <a:pPr>
              <a:spcAft>
                <a:spcPts val="1100"/>
              </a:spcAft>
              <a:defRPr sz="1900">
                <a:solidFill>
                  <a:srgbClr val="F2F5F8"/>
                </a:solidFill>
              </a:defRPr>
            </a:pPr>
            <a:r>
              <a:t>• Inside a function it can be reused once the argument is no longer needed.</a:t>
            </a:r>
          </a:p>
          <a:p>
            <a:pPr>
              <a:spcAft>
                <a:spcPts val="1100"/>
              </a:spcAft>
              <a:defRPr sz="1900">
                <a:solidFill>
                  <a:srgbClr val="F2F5F8"/>
                </a:solidFill>
              </a:defRPr>
            </a:pPr>
            <a:r>
              <a:t>• A name’s historical association is not a restriction on ordinary general-purpose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13.7 %rsi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name’s historical association is not a restriction on ordinary general-purpose use.</a:t>
            </a:r>
          </a:p>
          <a:p>
            <a:pPr>
              <a:spcAft>
                <a:spcPts val="1100"/>
              </a:spcAft>
              <a:defRPr sz="1900">
                <a:solidFill>
                  <a:srgbClr val="F2F5F8"/>
                </a:solidFill>
              </a:defRPr>
            </a:pPr>
            <a:r>
              <a:t>• A compiler may keep a loop bound in %rsi even when no string operation exists.</a:t>
            </a:r>
          </a:p>
          <a:p>
            <a:pPr>
              <a:spcAft>
                <a:spcPts val="1100"/>
              </a:spcAft>
              <a:defRPr sz="1900">
                <a:solidFill>
                  <a:srgbClr val="F2F5F8"/>
                </a:solidFill>
              </a:defRPr>
            </a:pPr>
            <a:r>
              <a:t>• Read the data flow in the current function instead of assuming the register always carries the same kind of value.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13.8 %rdi</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%rdi carries the first ordinary integer or pointer argument and is caller-saved.</a:t>
            </a:r>
          </a:p>
          <a:p>
            <a:pPr>
              <a:spcAft>
                <a:spcPts val="1100"/>
              </a:spcAft>
              <a:defRPr sz="1900">
                <a:solidFill>
                  <a:srgbClr val="F2F5F8"/>
                </a:solidFill>
              </a:defRPr>
            </a:pPr>
            <a:r>
              <a:t>• It has a destination-index role in string instructions.</a:t>
            </a:r>
          </a:p>
          <a:p>
            <a:pPr>
              <a:spcAft>
                <a:spcPts val="1100"/>
              </a:spcAft>
              <a:defRPr sz="1900">
                <a:solidFill>
                  <a:srgbClr val="F2F5F8"/>
                </a:solidFill>
              </a:defRPr>
            </a:pPr>
            <a:r>
              <a:t>• In a simple function taking a pointer and a length, %rdi commonly receives the pointer and %rsi the length.</a:t>
            </a:r>
          </a:p>
          <a:p>
            <a:pPr>
              <a:spcAft>
                <a:spcPts val="1100"/>
              </a:spcAft>
              <a:defRPr sz="1700">
                <a:solidFill>
                  <a:srgbClr val="F2F5F8"/>
                </a:solidFill>
              </a:defRPr>
            </a:pPr>
            <a:r>
              <a:t>• The first argument can also be hidden by a language ABI rule, such as a result-storage pointer or a C++ object pointer in particular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13.8 %rdi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first argument can also be hidden by a language ABI rule, such as a result-storage pointer or a C++ object pointer in particular cases.</a:t>
            </a:r>
          </a:p>
          <a:p>
            <a:pPr>
              <a:spcAft>
                <a:spcPts val="1100"/>
              </a:spcAft>
              <a:defRPr sz="1700">
                <a:solidFill>
                  <a:srgbClr val="F2F5F8"/>
                </a:solidFill>
              </a:defRPr>
            </a:pPr>
            <a:r>
              <a:t>• The simplified six-register rule is a useful starting point for ordinary scalar functions, not a complete classification algorithm for every aggregate or language feature.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13.9 %rsp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%rsp is the stack pointer.</a:t>
            </a:r>
          </a:p>
          <a:p>
            <a:pPr>
              <a:spcAft>
                <a:spcPts val="1100"/>
              </a:spcAft>
              <a:defRPr sz="1900">
                <a:solidFill>
                  <a:srgbClr val="F2F5F8"/>
                </a:solidFill>
              </a:defRPr>
            </a:pPr>
            <a:r>
              <a:t>• Push, pop, call, and return operations use it according to their instruction semantics.</a:t>
            </a:r>
          </a:p>
          <a:p>
            <a:pPr>
              <a:spcAft>
                <a:spcPts val="1100"/>
              </a:spcAft>
              <a:defRPr sz="1700">
                <a:solidFill>
                  <a:srgbClr val="F2F5F8"/>
                </a:solidFill>
              </a:defRPr>
            </a:pPr>
            <a:r>
              <a:t>• The ABI requires suitable alignment at call boundaries and restoration of the caller’s stack position before a normal return.</a:t>
            </a:r>
          </a:p>
          <a:p>
            <a:pPr>
              <a:spcAft>
                <a:spcPts val="1100"/>
              </a:spcAft>
              <a:defRPr sz="1900">
                <a:solidFill>
                  <a:srgbClr val="F2F5F8"/>
                </a:solidFill>
              </a:defRPr>
            </a:pPr>
            <a:r>
              <a:t>• Corrupting %rsp can redirect subsequent stack accesses and returns.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13.9 %rsp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Corrupting %rsp can redirect subsequent stack accesses and returns.</a:t>
            </a:r>
          </a:p>
          <a:p>
            <a:pPr>
              <a:spcAft>
                <a:spcPts val="1100"/>
              </a:spcAft>
              <a:defRPr sz="1900">
                <a:solidFill>
                  <a:srgbClr val="F2F5F8"/>
                </a:solidFill>
              </a:defRPr>
            </a:pPr>
            <a:r>
              <a:t>• Handwritten assembly must account for every push, pop, and explicit adjustment.</a:t>
            </a:r>
          </a:p>
          <a:p>
            <a:pPr>
              <a:spcAft>
                <a:spcPts val="1100"/>
              </a:spcAft>
              <a:defRPr sz="1900">
                <a:solidFill>
                  <a:srgbClr val="F2F5F8"/>
                </a:solidFill>
              </a:defRPr>
            </a:pPr>
            <a:r>
              <a:t>• A balanced count alone is not enough if the adjustments occur on only some control-flow paths.</a:t>
            </a:r>
          </a:p>
          <a:p>
            <a:pPr>
              <a:spcAft>
                <a:spcPts val="1100"/>
              </a:spcAft>
              <a:defRPr sz="1900">
                <a:solidFill>
                  <a:srgbClr val="F2F5F8"/>
                </a:solidFill>
              </a:defRPr>
            </a:pPr>
            <a:r>
              <a:t>• Trace the stack depth along every path to the return instruction.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13.10 %rbp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%rbp is callee-saved and can serve as a frame pointer.</a:t>
            </a:r>
          </a:p>
          <a:p>
            <a:pPr>
              <a:spcAft>
                <a:spcPts val="1100"/>
              </a:spcAft>
              <a:defRPr sz="1900">
                <a:solidFill>
                  <a:srgbClr val="F2F5F8"/>
                </a:solidFill>
              </a:defRPr>
            </a:pPr>
            <a:r>
              <a:t>• A conventional prologue saves the old value and makes %rbp a stable reference point for the current frame.</a:t>
            </a:r>
          </a:p>
          <a:p>
            <a:pPr>
              <a:spcAft>
                <a:spcPts val="1100"/>
              </a:spcAft>
              <a:defRPr sz="1900">
                <a:solidFill>
                  <a:srgbClr val="F2F5F8"/>
                </a:solidFill>
              </a:defRPr>
            </a:pPr>
            <a:r>
              <a:t>• Optimized code often omits this dedicated role and uses the register for other purposes.</a:t>
            </a:r>
          </a:p>
          <a:p>
            <a:pPr>
              <a:spcAft>
                <a:spcPts val="1100"/>
              </a:spcAft>
              <a:defRPr sz="1900">
                <a:solidFill>
                  <a:srgbClr val="F2F5F8"/>
                </a:solidFill>
              </a:defRPr>
            </a:pPr>
            <a:r>
              <a:t>• The absence of %rbp -based accesses does not mean a function lacks local state or cannot be unwound.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13.10 %rbp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absence of %rbp -based accesses does not mean a function lacks local state or cannot be unwound.</a:t>
            </a:r>
          </a:p>
          <a:p>
            <a:pPr>
              <a:spcAft>
                <a:spcPts val="1100"/>
              </a:spcAft>
              <a:defRPr sz="1900">
                <a:solidFill>
                  <a:srgbClr val="F2F5F8"/>
                </a:solidFill>
              </a:defRPr>
            </a:pPr>
            <a:r>
              <a:t>• Debugging and exception unwinding can use metadata that describes stack changes.</a:t>
            </a:r>
          </a:p>
          <a:p>
            <a:pPr>
              <a:spcAft>
                <a:spcPts val="1100"/>
              </a:spcAft>
              <a:defRPr sz="1900">
                <a:solidFill>
                  <a:srgbClr val="F2F5F8"/>
                </a:solidFill>
              </a:defRPr>
            </a:pPr>
            <a:r>
              <a:t>• Conversely, having a frame pointer does not make corrupted stack contents trustworthy.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13.11 %r8–%r15</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%r8 and %r9 carry the fifth and sixth ordinary integer or pointer arguments. %r10 and %r11 are caller-saved temporaries. %r12 through %r15 are callee-saved.</a:t>
            </a:r>
          </a:p>
          <a:p>
            <a:pPr>
              <a:spcAft>
                <a:spcPts val="1100"/>
              </a:spcAft>
              <a:defRPr sz="1900">
                <a:solidFill>
                  <a:srgbClr val="F2F5F8"/>
                </a:solidFill>
              </a:defRPr>
            </a:pPr>
            <a:r>
              <a:t>• The narrower forms use suffixes such as %r8d , %r8w , and %r8b .</a:t>
            </a:r>
          </a:p>
          <a:p>
            <a:pPr>
              <a:spcAft>
                <a:spcPts val="1100"/>
              </a:spcAft>
              <a:defRPr sz="1900">
                <a:solidFill>
                  <a:srgbClr val="F2F5F8"/>
                </a:solidFill>
              </a:defRPr>
            </a:pPr>
            <a:r>
              <a:t>• These registers expand the available working set and reduce some memory spills compared with a smaller register set.</a:t>
            </a:r>
          </a:p>
          <a:p>
            <a:pPr>
              <a:spcAft>
                <a:spcPts val="1100"/>
              </a:spcAft>
              <a:defRPr sz="1900">
                <a:solidFill>
                  <a:srgbClr val="F2F5F8"/>
                </a:solidFill>
              </a:defRPr>
            </a:pPr>
            <a:r>
              <a:t>• They do not eliminate register pressure.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13.11 %r8–%r15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These registers expand the available working set and reduce some memory spills compared with a smaller register set.</a:t>
            </a:r>
          </a:p>
          <a:p>
            <a:pPr>
              <a:spcAft>
                <a:spcPts val="1100"/>
              </a:spcAft>
              <a:defRPr sz="1900">
                <a:solidFill>
                  <a:srgbClr val="F2F5F8"/>
                </a:solidFill>
              </a:defRPr>
            </a:pPr>
            <a:r>
              <a:t>• They do not eliminate register pressure.</a:t>
            </a:r>
          </a:p>
          <a:p>
            <a:pPr>
              <a:spcAft>
                <a:spcPts val="1100"/>
              </a:spcAft>
              <a:defRPr sz="1900">
                <a:solidFill>
                  <a:srgbClr val="F2F5F8"/>
                </a:solidFill>
              </a:defRPr>
            </a:pPr>
            <a:r>
              <a:t>• Large expressions, vector work, and many simultaneously live values can still require spills to stack storage.</a:t>
            </a:r>
          </a:p>
          <a:p>
            <a:pPr>
              <a:spcAft>
                <a:spcPts val="1100"/>
              </a:spcAft>
              <a:defRPr sz="1900">
                <a:solidFill>
                  <a:srgbClr val="F2F5F8"/>
                </a:solidFill>
              </a:defRPr>
            </a:pPr>
            <a:r>
              <a:t>• A spill is a consequence of allocation constraints, not necessarily a sign of an incompetent compiler.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13.12 Instruction pointer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%rip identifies the instruction stream position.</a:t>
            </a:r>
          </a:p>
          <a:p>
            <a:pPr>
              <a:spcAft>
                <a:spcPts val="1100"/>
              </a:spcAft>
              <a:defRPr sz="1700">
                <a:solidFill>
                  <a:srgbClr val="F2F5F8"/>
                </a:solidFill>
              </a:defRPr>
            </a:pPr>
            <a:r>
              <a:t>• It is not manipulated as an ordinary general-purpose destination in the same way as %rax ; control-transfer instructions and relative-addressing mechanisms provide the relevant...</a:t>
            </a:r>
          </a:p>
          <a:p>
            <a:pPr>
              <a:spcAft>
                <a:spcPts val="1100"/>
              </a:spcAft>
              <a:defRPr sz="1900">
                <a:solidFill>
                  <a:srgbClr val="F2F5F8"/>
                </a:solidFill>
              </a:defRPr>
            </a:pPr>
            <a:r>
              <a:t>• RIP-relative addressing supports position-independent access to nearby code and data.</a:t>
            </a:r>
          </a:p>
          <a:p>
            <a:pPr>
              <a:spcAft>
                <a:spcPts val="1100"/>
              </a:spcAft>
              <a:defRPr sz="1900">
                <a:solidFill>
                  <a:srgbClr val="F2F5F8"/>
                </a:solidFill>
              </a:defRPr>
            </a:pPr>
            <a:r>
              <a:t>• The code can refer to a symbol using a displacement that remains useful when the image is relocated.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13.12 Instruction pointer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RIP-relative addressing supports position-independent access to nearby code and data.</a:t>
            </a:r>
          </a:p>
          <a:p>
            <a:pPr>
              <a:spcAft>
                <a:spcPts val="1100"/>
              </a:spcAft>
              <a:defRPr sz="1900">
                <a:solidFill>
                  <a:srgbClr val="F2F5F8"/>
                </a:solidFill>
              </a:defRPr>
            </a:pPr>
            <a:r>
              <a:t>• The code can refer to a symbol using a displacement that remains useful when the image is relocated.</a:t>
            </a:r>
          </a:p>
          <a:p>
            <a:pPr>
              <a:spcAft>
                <a:spcPts val="1100"/>
              </a:spcAft>
              <a:defRPr sz="1700">
                <a:solidFill>
                  <a:srgbClr val="F2F5F8"/>
                </a:solidFill>
              </a:defRPr>
            </a:pPr>
            <a:r>
              <a:t>• Relocations and linker decisions still matter, especially for symbols outside the current image or with different visibility.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13.13 Condition flags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flags register includes status bits such as zero, sign, carry, and overflow.</a:t>
            </a:r>
          </a:p>
          <a:p>
            <a:pPr>
              <a:spcAft>
                <a:spcPts val="1100"/>
              </a:spcAft>
              <a:defRPr sz="1900">
                <a:solidFill>
                  <a:srgbClr val="F2F5F8"/>
                </a:solidFill>
              </a:defRPr>
            </a:pPr>
            <a:r>
              <a:t>• Arithmetic and comparison instructions update selected flags.</a:t>
            </a:r>
          </a:p>
          <a:p>
            <a:pPr>
              <a:spcAft>
                <a:spcPts val="1100"/>
              </a:spcAft>
              <a:defRPr sz="1900">
                <a:solidFill>
                  <a:srgbClr val="F2F5F8"/>
                </a:solidFill>
              </a:defRPr>
            </a:pPr>
            <a:r>
              <a:t>• Conditional branches, conditional moves, and set-on-condition instructions then interpret them.</a:t>
            </a:r>
          </a:p>
          <a:p>
            <a:pPr>
              <a:spcAft>
                <a:spcPts val="1100"/>
              </a:spcAft>
              <a:defRPr sz="1900">
                <a:solidFill>
                  <a:srgbClr val="F2F5F8"/>
                </a:solidFill>
              </a:defRPr>
            </a:pPr>
            <a:r>
              <a:t>• Flags do not have one universal “comparison result” meaning.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13.13 Condition flags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Flags do not have one universal “comparison result” meaning.</a:t>
            </a:r>
          </a:p>
          <a:p>
            <a:pPr>
              <a:spcAft>
                <a:spcPts val="1100"/>
              </a:spcAft>
              <a:defRPr sz="1900">
                <a:solidFill>
                  <a:srgbClr val="F2F5F8"/>
                </a:solidFill>
              </a:defRPr>
            </a:pPr>
            <a:r>
              <a:t>• Signed and unsigned order use different combinations.</a:t>
            </a:r>
          </a:p>
          <a:p>
            <a:pPr>
              <a:spcAft>
                <a:spcPts val="1100"/>
              </a:spcAft>
              <a:defRPr sz="1700">
                <a:solidFill>
                  <a:srgbClr val="F2F5F8"/>
                </a:solidFill>
              </a:defRPr>
            </a:pPr>
            <a:r>
              <a:t>• Carry is relevant to unsigned overflow or borrow interpretation; overflow describes signed-range overflow for particular arithmetic operations.</a:t>
            </a:r>
          </a:p>
          <a:p>
            <a:pPr>
              <a:spcAft>
                <a:spcPts val="1100"/>
              </a:spcAft>
              <a:defRPr sz="1700">
                <a:solidFill>
                  <a:srgbClr val="F2F5F8"/>
                </a:solidFill>
              </a:defRPr>
            </a:pPr>
            <a:r>
              <a:t>• An intervening instruction can overwrite flags, so keep the producing instruction and consuming branch connected in the data-flow analysis. [ R3 ]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Watching partial-register writes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Start %rax with every bit set.</a:t>
            </a:r>
          </a:p>
          <a:p>
            <a:pPr>
              <a:spcAft>
                <a:spcPts val="1100"/>
              </a:spcAft>
              <a:defRPr sz="1900">
                <a:solidFill>
                  <a:srgbClr val="F2F5F8"/>
                </a:solidFill>
              </a:defRPr>
            </a:pPr>
            <a:r>
              <a:t>• A 32-bit write of one clears its high half.</a:t>
            </a:r>
          </a:p>
          <a:p>
            <a:pPr>
              <a:spcAft>
                <a:spcPts val="1100"/>
              </a:spcAft>
              <a:defRPr sz="1900">
                <a:solidFill>
                  <a:srgbClr val="F2F5F8"/>
                </a:solidFill>
              </a:defRPr>
            </a:pPr>
            <a:r>
              <a:t>• A 16-bit write changes only the low 16 bits.</a:t>
            </a:r>
          </a:p>
          <a:p>
            <a:pPr>
              <a:spcAft>
                <a:spcPts val="1100"/>
              </a:spcAft>
              <a:defRPr sz="1900">
                <a:solidFill>
                  <a:srgbClr val="F2F5F8"/>
                </a:solidFill>
              </a:defRPr>
            </a:pPr>
            <a:r>
              <a:t>• An eight-bit write changes only the low byte.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Watching partial-register writes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ch13/widths.S</a:t>
            </a:r>
          </a:p>
          <a:p>
            <a:pPr>
              <a:spcAft>
                <a:spcPts val="1100"/>
              </a:spcAft>
              <a:defRPr sz="1900">
                <a:solidFill>
                  <a:srgbClr val="F2F5F8"/>
                </a:solidFill>
              </a:defRPr>
            </a:pPr>
            <a:r>
              <a:t>• Companion listing: ch13/main.c</a:t>
            </a:r>
          </a:p>
          <a:p>
            <a:pPr>
              <a:spcAft>
                <a:spcPts val="1100"/>
              </a:spcAft>
              <a:defRPr sz="1900">
                <a:solidFill>
                  <a:srgbClr val="F2F5F8"/>
                </a:solidFill>
              </a:defRPr>
            </a:pPr>
            <a:r>
              <a:t>• Build on the reference platform with cc main.c widths.S -o widths .</a:t>
            </a:r>
          </a:p>
          <a:p>
            <a:pPr>
              <a:spcAft>
                <a:spcPts val="1100"/>
              </a:spcAft>
              <a:defRPr sz="1900">
                <a:solidFill>
                  <a:srgbClr val="F2F5F8"/>
                </a:solidFill>
              </a:defRPr>
            </a:pPr>
            <a:r>
              <a:t>• The successive full-register values are FFFFFFFFFFFFFFFF , 0000000000000001 , 0000000000001234 , and 0000000000001256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Subregister write behavior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x86-64, writing a 32-bit general-purpose subregister such as eax zero-extends into the full 64-bit register rax .</a:t>
            </a:r>
          </a:p>
          <a:p>
            <a:pPr>
              <a:spcAft>
                <a:spcPts val="1100"/>
              </a:spcAft>
              <a:defRPr sz="1900">
                <a:solidFill>
                  <a:srgbClr val="F2F5F8"/>
                </a:solidFill>
              </a:defRPr>
            </a:pPr>
            <a:r>
              <a:t>• Thus if rax was 0xFFFF000000000001 and an instruction writes eax = 5 , the resulting rax is 0x0000000000000005 .</a:t>
            </a:r>
          </a:p>
          <a:p>
            <a:pPr>
              <a:spcAft>
                <a:spcPts val="1100"/>
              </a:spcAft>
              <a:defRPr sz="1900">
                <a:solidFill>
                  <a:srgbClr val="F2F5F8"/>
                </a:solidFill>
              </a:defRPr>
            </a:pPr>
            <a:r>
              <a:t>• This differs from many 8- and 16-bit partial-register writes.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Subregister write behavior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On x86-64, writing a 32-bit general-purpose subregister such as eax zero-extends into the full 64-bit register rax .</a:t>
            </a:r>
          </a:p>
          <a:p>
            <a:pPr>
              <a:spcAft>
                <a:spcPts val="1100"/>
              </a:spcAft>
              <a:defRPr sz="1900">
                <a:solidFill>
                  <a:srgbClr val="F2F5F8"/>
                </a:solidFill>
              </a:defRPr>
            </a:pPr>
            <a:r>
              <a:t>• Thus if rax was 0xFFFF000000000001 and an instruction writes eax = 5 , the resulting rax is 0x0000000000000005 .</a:t>
            </a:r>
          </a:p>
          <a:p>
            <a:pPr>
              <a:spcAft>
                <a:spcPts val="1100"/>
              </a:spcAft>
              <a:defRPr sz="1900">
                <a:solidFill>
                  <a:srgbClr val="F2F5F8"/>
                </a:solidFill>
              </a:defRPr>
            </a:pPr>
            <a:r>
              <a:t>• This differs from many 8- and 16-bit partial-register writes.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Following argument registers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Under the System V AMD64 ABI, the first integer or pointer arguments are commonly passed in rdi , rsi , rdx , rcx , r8 , and r9 , with integer return values in rax .</a:t>
            </a:r>
          </a:p>
          <a:p>
            <a:pPr>
              <a:spcAft>
                <a:spcPts val="1100"/>
              </a:spcAft>
              <a:defRPr sz="1700">
                <a:solidFill>
                  <a:srgbClr val="F2F5F8"/>
                </a:solidFill>
              </a:defRPr>
            </a:pPr>
            <a:r>
              <a:t>• A call f(10,20) therefore places the first two arguments in the first two designated registers before transferring control, unless optimization removes or transforms the call.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Following argument registers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Under the System V AMD64 ABI, the first integer or pointer arguments are commonly passed in rdi , rsi , rdx , rcx , r8 , and r9 , with integer return values in rax .</a:t>
            </a:r>
          </a:p>
          <a:p>
            <a:pPr>
              <a:spcAft>
                <a:spcPts val="1100"/>
              </a:spcAft>
              <a:defRPr sz="1700">
                <a:solidFill>
                  <a:srgbClr val="F2F5F8"/>
                </a:solidFill>
              </a:defRPr>
            </a:pPr>
            <a:r>
              <a:t>• A call f(10,20) therefore places the first two arguments in the first two designated registers before transferring control, unless optimization removes or transforms the call.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13.</a:t>
            </a:r>
          </a:p>
          <a:p>
            <a:pPr>
              <a:spcAft>
                <a:spcPts val="1100"/>
              </a:spcAft>
              <a:defRPr sz="1900">
                <a:solidFill>
                  <a:srgbClr val="F2F5F8"/>
                </a:solidFill>
              </a:defRPr>
            </a:pPr>
            <a:r>
              <a:t>• Change the 32-bit write to an eight-bit write and predict the full final 64-bit result before running.</a:t>
            </a:r>
          </a:p>
          <a:p>
            <a:pPr>
              <a:spcAft>
                <a:spcPts val="1100"/>
              </a:spcAft>
              <a:defRPr sz="1900">
                <a:solidFill>
                  <a:srgbClr val="F2F5F8"/>
                </a:solidFill>
              </a:defRPr>
            </a:pPr>
            <a:r>
              <a:t>• Use a debugger or the returned value to verify which high bits remain.</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Which general-purpose registers must a callee restore if it changes them under the reference ABI?</a:t>
            </a:r>
          </a:p>
          <a:p>
            <a:pPr>
              <a:spcAft>
                <a:spcPts val="1100"/>
              </a:spcAft>
              <a:defRPr sz="1900">
                <a:solidFill>
                  <a:srgbClr val="F2F5F8"/>
                </a:solidFill>
              </a:defRPr>
            </a:pPr>
            <a:r>
              <a:t>• Review 2.</a:t>
            </a:r>
          </a:p>
          <a:p>
            <a:pPr>
              <a:spcAft>
                <a:spcPts val="1100"/>
              </a:spcAft>
              <a:defRPr sz="1900">
                <a:solidFill>
                  <a:srgbClr val="F2F5F8"/>
                </a:solidFill>
              </a:defRPr>
            </a:pPr>
            <a:r>
              <a:t>• Why can %rax not be assumed to survive a call unchanged?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x86-64 registers.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Assembly Data Movement.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13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