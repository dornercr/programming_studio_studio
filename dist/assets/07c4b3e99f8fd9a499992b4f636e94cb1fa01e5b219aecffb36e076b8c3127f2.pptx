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4 — Integer Representation</a:t>
            </a:r>
          </a:p>
          <a:p/>
          <a:p>
            <a:r>
              <a:t>LECTURE NARRATION</a:t>
            </a:r>
          </a:p>
          <a:p>
            <a:r>
              <a:t>Integer arithmetic occurs in a finite representation, not in the unlimited mathematical integers. Some language operations deliberately wrap; others become undefined when the mathematical result does not fit. A correct design identifies the intended arithmetic domain before choosing an implementation.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integer arithmetic occurs in a finite representation, not in the unlimited mathematical integers.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Integer arithmetic occurs in a finite representation, not in the unlimited mathematical integers. Some language operations deliberately wrap; others become undefined when the mathematical result does not fit. A correct design identifies the intended arithmetic domain before choosing an implementation.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integer arithmetic occurs in a finite representation, not in the unlimited mathematical integers.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4.1 Unsigned Integers 4.2 Signed Integers 4.3 Integer Conversion 4.4 Integer Arithmetic ...plus 4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4.1 Unsigned Integers 4.2 Signed Integers 4.3 Integer Conversion 4.4 Integer Arithmetic ...plus 4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4.1 Unsigned Integers</a:t>
            </a:r>
          </a:p>
          <a:p/>
          <a:p>
            <a:r>
              <a:t>LECTURE NARRATION</a:t>
            </a:r>
          </a:p>
          <a:p>
            <a:r>
              <a:t>An unsigned w -bit value interprets every bit as a nonnegative positional weight. The value is the sum of b_i * 2^i over positions 0 through w-1 . There is no sign bit in this interpretation. Every pattern represents a value. For eight bits, 11111111 is 128+64+32+16+8+4+2+1 = 255 . This direct relationship makes unsigned types useful for masks, counters with explicitly modular behavior, and binary fields. It does not make unsigned the best choice for every ordinary quantity, especially where negative error indicators or differences are meaningful. The minimum unsigned value is zero. The maximum is 2^w - 1 , because the sum of all positional weights below 2^w is one less than 2^w . An eight-bit unsigned type spans 0 through 255; a 16-bit type spans 0 through 65,535. The number of values is one greater than the maximum because zero is included. This matters in capacity calculations and exhaustive tests. A field described as “eight bits” provides 256 distinct patterns, but a protocol may reserve some of them, reducing the set of valid application values. Unsigned arithmetic is performed modulo 2^w for the relevant unsigned type. Mathematically, values differing by a multiple of 2^w map to the same representation. In eight-bit arithmetic, 250 + 10 maps to 4 because 260 - 256 = 4 . Integer promotions can cause a small unsigned type’s expression to be evaluated in a wider signed type first. Assigning the result back to the narrow unsigned type still performs the specified conversion. State whether a trace is describing an eight-bit mathematical model or the exact promoted type of a C expression. The final stored pattern may agree even when the intermediate language operations differ.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unsigned w -bit value interprets every bit as a nonnegative positional weight.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4.1 Unsigned Integers — Deep Dive</a:t>
            </a:r>
          </a:p>
          <a:p/>
          <a:p>
            <a:r>
              <a:t>LECTURE NARRATION</a:t>
            </a:r>
          </a:p>
          <a:p>
            <a:r>
              <a:t>An unsigned w -bit value interprets every bit as a nonnegative positional weight. The value is the sum of b_i * 2^i over positions 0 through w-1 . There is no sign bit in this interpretation. Every pattern represents a value. For eight bits, 11111111 is 128+64+32+16+8+4+2+1 = 255 . This direct relationship makes unsigned types useful for masks, counters with explicitly modular behavior, and binary fields. It does not make unsigned the best choice for every ordinary quantity, especially where negative error indicators or differences are meaningful. The minimum unsigned value is zero. The maximum is 2^w - 1 , because the sum of all positional weights below 2^w is one less than 2^w . An eight-bit unsigned type spans 0 through 255; a 16-bit type spans 0 through 65,535. The number of values is one greater than the maximum because zero is included. This matters in capacity calculations and exhaustive tests. A field described as “eight bits” provides 256 distinct patterns, but a protocol may reserve some of them, reducing the set of valid application values. Unsigned arithmetic is performed modulo 2^w for the relevant unsigned type. Mathematically, values differing by a multiple of 2^w map to the same representation. In eight-bit arithmetic, 250 + 10 maps to 4 because 260 - 256 = 4 . Integer promotions can cause a small unsigned type’s expression to be evaluated in a wider signed type first. Assigning the result back to the narrow unsigned type still performs the specified conversion. State whether a trace is describing an eight-bit mathematical model or the exact promoted type of a C expression. The final stored pattern may agree even when the intermediate language operations differ.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unsigned w -bit value interprets every bit as a nonnegative positional weight.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4.2 Signed Integers</a:t>
            </a:r>
          </a:p>
          <a:p/>
          <a:p>
            <a:r>
              <a:t>LECTURE NARRATION</a:t>
            </a:r>
          </a:p>
          <a:p>
            <a:r>
              <a:t>Two’s complement assigns the high bit a negative weight. A w -bit pattern has value -b_(w-1)*2^(w-1) + sum(b_i*2^i) for the remaining positions. The range is -2^(w-1) through 2^(w-1)-1 . There is one more negative value than positive nonzero values. This is the representation used by the reference platform and required by C++20’s signed integer representation rules. C17 permits additional signed representations, so statements about their byte patterns must be treated as platform assumptions in a C17 program. Representation does not change the rule that overflowing ordinary signed arithmetic is undefined. In two’s complement, the most significant bit distinguishes nonnegative and negative values, but it is not an independent minus-sign flag. Flipping that bit alone does not generally negate the number. It changes the contribution of a power-of-two weight. For an eight-bit value, 00000101 is 5, while 10000101 is -128 + 5 = -123 , not -5. The representation of -5 is 11111011 . This is why sign-magnitude intuition gives incorrect results when interpreting ordinary machine integers. Nonnegative two’s-complement values have a zero high bit and the same low-bit encoding as their unsigned values. Eight-bit 37 is 00100101 . This shared encoding makes many machine operations work naturally for both signed and unsigned data, with the interpretation of flags or comparisons providing the difference. The largest positive eight-bit value is 01111111 , or 127. Incrementing it in a raw eight-bit hardware operation produces the pattern 10000000 . That observation does not license a C or C++ signed expression to overflow. The source-language contract and machine result must remain separate. A negative two’s-complement pattern can be interpreted by subtracting 2^w from its unsigned interpretation. For eight bits, 11110011 is 243 unsigned and 243 - 256 = -13 signed. This is often the quickest way to decode a negative pattern by hand. The minimum value has only the high bit set: 10000000 is -128. There is no positive 128 in the same signed type. This asymmetry is responsible for special cases in negation, absolute value, and division. Boundary tests should include the minimum, not merely small negative values. At the bit-pattern level, two’s-complement negation in a fixed width is obtained by inverting the bits and adding one, with the result reduced to that width. For eight-bit 13, 00001101 becomes 11110010 , then 11110011 , representing -13. The minimum value maps to its own pattern under this modular operation. In signed source arithmetic, negating the minimum is not representable and therefore is not a valid ordinary signed result. An absolute-value routine must check or use a representation that can hold the positive magnitude. Do not assume abs(x) is safe for every value of a signed type.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two’s complement assigns the high bit a negative weight.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4.2 Signed Integers — Deep Dive</a:t>
            </a:r>
          </a:p>
          <a:p/>
          <a:p>
            <a:r>
              <a:t>LECTURE NARRATION</a:t>
            </a:r>
          </a:p>
          <a:p>
            <a:r>
              <a:t>Two’s complement assigns the high bit a negative weight. A w -bit pattern has value -b_(w-1)*2^(w-1) + sum(b_i*2^i) for the remaining positions. The range is -2^(w-1) through 2^(w-1)-1 . There is one more negative value than positive nonzero values. This is the representation used by the reference platform and required by C++20’s signed integer representation rules. C17 permits additional signed representations, so statements about their byte patterns must be treated as platform assumptions in a C17 program. Representation does not change the rule that overflowing ordinary signed arithmetic is undefined. In two’s complement, the most significant bit distinguishes nonnegative and negative values, but it is not an independent minus-sign flag. Flipping that bit alone does not generally negate the number. It changes the contribution of a power-of-two weight. For an eight-bit value, 00000101 is 5, while 10000101 is -128 + 5 = -123 , not -5. The representation of -5 is 11111011 . This is why sign-magnitude intuition gives incorrect results when interpreting ordinary machine integers. Nonnegative two’s-complement values have a zero high bit and the same low-bit encoding as their unsigned values. Eight-bit 37 is 00100101 . This shared encoding makes many machine operations work naturally for both signed and unsigned data, with the interpretation of flags or comparisons providing the difference. The largest positive eight-bit value is 01111111 , or 127. Incrementing it in a raw eight-bit hardware operation produces the pattern 10000000 . That observation does not license a C or C++ signed expression to overflow. The source-language contract and machine result must remain separate. A negative two’s-complement pattern can be interpreted by subtracting 2^w from its unsigned interpretation. For eight bits, 11110011 is 243 unsigned and 243 - 256 = -13 signed. This is often the quickest way to decode a negative pattern by hand. The minimum value has only the high bit set: 10000000 is -128. There is no positive 128 in the same signed type. This asymmetry is responsible for special cases in negation, absolute value, and division. Boundary tests should include the minimum, not merely small negative values. At the bit-pattern level, two’s-complement negation in a fixed width is obtained by inverting the bits and adding one, with the result reduced to that width. For eight-bit 13, 00001101 becomes 11110010 , then 11110011 , representing -13. The minimum value maps to its own pattern under this modular operation. In signed source arithmetic, negating the minimum is not representable and therefore is not a valid ordinary signed result. An absolute-value routine must check or use a representation that can hold the positive magnitude. Do not assume abs(x) is safe for every value of a signed type.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two’s complement assigns the high bit a negative weight.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4.3 Integer Conversion</a:t>
            </a:r>
          </a:p>
          <a:p/>
          <a:p>
            <a:r>
              <a:t>LECTURE NARRATION</a:t>
            </a:r>
          </a:p>
          <a:p>
            <a:r>
              <a:t>Conversion to an unsigned type produces the unique value congruent to the original integer modulo 2^w . Thus converting -1 to an eight-bit unsigned type yields 255, and converting -13 yields 243. This is a value-conversion rule, not merely a claim that implementations copy the same bytes. The conversion is useful when modular semantics are intended. It is dangerous when a negative length indicates an error. Check the signed value before converting it to size_t . Once -1 becomes a large positive size, later code can mistake the error for a huge valid allocation or copy request. When the value fits in the destination signed type, the value is preserved. For values outside the destination range, C17 and older C++ rules require special care: C17 permits an implementation-defined result or an implementation-defined signal. C++20 specifies the destination value congruent modulo 2^w , where w is the destination width. [ R8 , R35 ] Portable cross-language code should not depend on an unchecked out-of-range conversion. Validate against the destination’s maximum first when the semantic requirement is a nonnegative signed value. An explicit cast documents that a conversion occurs; it does not establish that losing range is acceptable. Widening a two’s-complement signed value preserves its value by repeating the sign bit in the newly added high positions. Eight-bit -13, 11110011 , becomes 16-bit 11111111 11110011 . Interpreting the widened pattern still gives -13. Sign extension is a representation consequence of value-preserving widening on this platform. A compiler may use a sign-extending instruction, fold the result into another operation, or already hold the value in a wider register. The required result matters more than the presence of one particular mnemonic. Widening an unsigned value preserves its value by filling new high positions with zeros. Eight-bit 243 becomes 00000000 11110011 in 16 bits. The low bits match the sign-extension example, but the high bits and interpreted value differ. When decoding a binary format, select extension based on the field’s declared meaning. A one-byte temperature offset may be signed; a one-byte payload length is normally unsigned. Loading the same byte with the wrong extension can turn a small negative value into a large positive value or the reverse. Narrowing to an unsigned type retains the low-order portion of the value modulo the destination range. For example, converting 0x1234 to an eight-bit unsigned value yields 0x34 . The discarded high bits are lost information. Before narrowing an externally supplied value, ask whether truncation is intended. An encoder that silently narrows 300 to an eight-bit length can produce a header claiming 44 bytes while writing 300 bytes. Rejecting an out-of-range value preserves agreement between the representation and the data it describes.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conversion to an unsigned type produces the unique value congruent to the original integer modulo 2^w .</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4.3 Integer Conversion — Deep Dive</a:t>
            </a:r>
          </a:p>
          <a:p/>
          <a:p>
            <a:r>
              <a:t>LECTURE NARRATION</a:t>
            </a:r>
          </a:p>
          <a:p>
            <a:r>
              <a:t>Conversion to an unsigned type produces the unique value congruent to the original integer modulo 2^w . Thus converting -1 to an eight-bit unsigned type yields 255, and converting -13 yields 243. This is a value-conversion rule, not merely a claim that implementations copy the same bytes. The conversion is useful when modular semantics are intended. It is dangerous when a negative length indicates an error. Check the signed value before converting it to size_t . Once -1 becomes a large positive size, later code can mistake the error for a huge valid allocation or copy request. When the value fits in the destination signed type, the value is preserved. For values outside the destination range, C17 and older C++ rules require special care: C17 permits an implementation-defined result or an implementation-defined signal. C++20 specifies the destination value congruent modulo 2^w , where w is the destination width. [ R8 , R35 ] Portable cross-language code should not depend on an unchecked out-of-range conversion. Validate against the destination’s maximum first when the semantic requirement is a nonnegative signed value. An explicit cast documents that a conversion occurs; it does not establish that losing range is acceptable. Widening a two’s-complement signed value preserves its value by repeating the sign bit in the newly added high positions. Eight-bit -13, 11110011 , becomes 16-bit 11111111 11110011 . Interpreting the widened pattern still gives -13. Sign extension is a representation consequence of value-preserving widening on this platform. A compiler may use a sign-extending instruction, fold the result into another operation, or already hold the value in a wider register. The required result matters more than the presence of one particular mnemonic. Widening an unsigned value preserves its value by filling new high positions with zeros. Eight-bit 243 becomes 00000000 11110011 in 16 bits. The low bits match the sign-extension example, but the high bits and interpreted value differ. When decoding a binary format, select extension based on the field’s declared meaning. A one-byte temperature offset may be signed; a one-byte payload length is normally unsigned. Loading the same byte with the wrong extension can turn a small negative value into a large positive value or the reverse. Narrowing to an unsigned type retains the low-order portion of the value modulo the destination range. For example, converting 0x1234 to an eight-bit unsigned value yields 0x34 . The discarded high bits are lost information. Before narrowing an externally supplied value, ask whether truncation is intended. An encoder that silently narrows 300 to an eight-bit length can produce a header claiming 44 bytes while writing 300 bytes. Rejecting an out-of-range value preserves agreement between the representation and the data it describes.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conversion to an unsigned type produces the unique value congruent to the original integer modulo 2^w .</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4.4 Integer Arithmetic</a:t>
            </a:r>
          </a:p>
          <a:p/>
          <a:p>
            <a:r>
              <a:t>LECTURE NARRATION</a:t>
            </a:r>
          </a:p>
          <a:p>
            <a:r>
              <a:t>Unsigned addition wraps according to its type. Signed addition requires the mathematical result to be representable. To check nonnegative unsigned addition before performing it, test b &lt;= maximum - a . For signed addition, use separate positive and negative cases or a documented checked-arithmetic facility. Checking after a signed overflow is too late. An expression such as if (a + b &lt; a) cannot reliably detect signed overflow because the addition itself may already violate the language’s requirements. Validate the operation’s precondition, not merely the resulting pattern. Unsigned subtraction also wraps. If an unsigned count is zero, subtracting one produces the maximum value, not -1. This is the classic failure in a reverse loop whose condition is i &gt;= 0 : the condition is always true for an unsigned i . For lengths, subtraction is often safer than addition only after the order is established. To validate a region, first require offset &lt;= total , then require length &lt;= total - offset . This avoids overflow in offset + length while preventing unsigned underflow in the subtraction. Allocation and indexing frequently multiply a count by an element size. The product must fit before it is passed to an allocator. For nonzero s , require count &lt;= SIZE_MAX / s . Then count * s is representable as size_t . A successful allocation of a wrapped, too-small product is more dangerous than a clean allocation failure. The code may later write the original number of elements into the undersized block. Treat multiplication validation as part of memory safety, not merely numerical correctness. Integer division discards a fractional part. For signed division in the language versions used here, truncation is toward zero: -7 / 3 is -2. The remainder satisfies a == (a/b)*b + a%b when the operations are defined, and its sign follows the dividend when nonzero. Division by zero is invalid. Dividing the minimum signed value by -1 is also invalid when the positive quotient cannot be represented. A checked division must handle both cases. Unsigned division does not have the signed-minimum case, but still requires a nonzero divisor. Overflow means the mathematical result exceeds the representable range. The consequence depends on the operation and type. Unsigned modular arithmetic is defined. Ordinary signed overflow is undefined. A machine instruction may set a carry or overflow flag, but an ordinary source expression does not automatically expose or check that flag. Use a tested checked-arithmetic routine when values approach limits. Compiler built-ins can help on supported compilers, but they are not part of the portable C17 or C++20 core interface. A library boundary should report range failure explicitly rather than returning a plausible wrapped size. For integers, “underflow” is often used informally for a result below the minimum representable value. Unsigned 0 - 1 wraps; signed subtraction below the minimum is undefined. Floating-point underflow has a different technical meaning involving tiny results, discussed in Chapter 5. Use precise language in diagnostics. “Negative length rejected” is more useful than “underflow happened” when the actual failure is invalid input. The distinction helps identify whether the fix belongs in input validation, type selection, or arithmetic checking. Wraparound is the cycling of a finite modular value through its range. It can be useful for checksums, sequence counters, and ring indices, but only when the algorithm is designed for it. Comparing modular sequence numbers requires a defined window of ambiguity; ordinary numeric order is not automatically the desired temporal order. For a ring of arbitrary capacity, index = (index + 1) % capacity is conceptually clear but still requires nonzero capacity and a representable increment. If the capacity is a power of two and the index domain is controlled, masking can implement the wrap. The optimization follows from the invariant; it does not replace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unsigned addition wraps according to its type.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4.4 Integer Arithmetic — Deep Dive</a:t>
            </a:r>
          </a:p>
          <a:p/>
          <a:p>
            <a:r>
              <a:t>LECTURE NARRATION</a:t>
            </a:r>
          </a:p>
          <a:p>
            <a:r>
              <a:t>Unsigned addition wraps according to its type. Signed addition requires the mathematical result to be representable. To check nonnegative unsigned addition before performing it, test b &lt;= maximum - a . For signed addition, use separate positive and negative cases or a documented checked-arithmetic facility. Checking after a signed overflow is too late. An expression such as if (a + b &lt; a) cannot reliably detect signed overflow because the addition itself may already violate the language’s requirements. Validate the operation’s precondition, not merely the resulting pattern. Unsigned subtraction also wraps. If an unsigned count is zero, subtracting one produces the maximum value, not -1. This is the classic failure in a reverse loop whose condition is i &gt;= 0 : the condition is always true for an unsigned i . For lengths, subtraction is often safer than addition only after the order is established. To validate a region, first require offset &lt;= total , then require length &lt;= total - offset . This avoids overflow in offset + length while preventing unsigned underflow in the subtraction. Allocation and indexing frequently multiply a count by an element size. The product must fit before it is passed to an allocator. For nonzero s , require count &lt;= SIZE_MAX / s . Then count * s is representable as size_t . A successful allocation of a wrapped, too-small product is more dangerous than a clean allocation failure. The code may later write the original number of elements into the undersized block. Treat multiplication validation as part of memory safety, not merely numerical correctness. Integer division discards a fractional part. For signed division in the language versions used here, truncation is toward zero: -7 / 3 is -2. The remainder satisfies a == (a/b)*b + a%b when the operations are defined, and its sign follows the dividend when nonzero. Division by zero is invalid. Dividing the minimum signed value by -1 is also invalid when the positive quotient cannot be represented. A checked division must handle both cases. Unsigned division does not have the signed-minimum case, but still requires a nonzero divisor. Overflow means the mathematical result exceeds the representable range. The consequence depends on the operation and type. Unsigned modular arithmetic is defined. Ordinary signed overflow is undefined. A machine instruction may set a carry or overflow flag, but an ordinary source expression does not automatically expose or check that flag. Use a tested checked-arithmetic routine when values approach limits. Compiler built-ins can help on supported compilers, but they are not part of the portable C17 or C++20 core interface. A library boundary should report range failure explicitly rather than returning a plausible wrapped size. For integers, “underflow” is often used informally for a result below the minimum representable value. Unsigned 0 - 1 wraps; signed subtraction below the minimum is undefined. Floating-point underflow has a different technical meaning involving tiny results, discussed in Chapter 5. Use precise language in diagnostics. “Negative length rejected” is more useful than “underflow happened” when the actual failure is invalid input. The distinction helps identify whether the fix belongs in input validation, type selection, or arithmetic checking. Wraparound is the cycling of a finite modular value through its range. It can be useful for checksums, sequence counters, and ring indices, but only when the algorithm is designed for it. Comparing modular sequence numbers requires a defined window of ambiguity; ordinary numeric order is not automatically the desired temporal order. For a ring of arbitrary capacity, index = (index + 1) % capacity is conceptually clear but still requires nonzero capacity and a representable increment. If the capacity is a power of two and the index domain is controlled, masking can implement the wrap. The optimization follows from the invariant; it does not replace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unsigned addition wraps according to its type.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Worked example — Checking a byte-count calculation</a:t>
            </a:r>
          </a:p>
          <a:p/>
          <a:p>
            <a:r>
              <a:t>LECTURE NARRATION</a:t>
            </a:r>
          </a:p>
          <a:p>
            <a:r>
              <a:t>Suppose an input requests 1,500 records, each occupying 24 bytes, plus a 64-byte header. The required calculation is header + count*stride . The order of checks must prevent both multiplication and addition overflow. Companion listing: ch04/checked_size.cpp The multiplication produces 36,000. Adding 64 produces 36,064. The first guard ensures that the multiplication is valid in the size domain, while the second guard ensures that the header fits in the remaining range. A zero stride is allowed by this mathematical helper; an application can impose a stricter semantic rule before calling it. Now consider a count larger than maximum / 24 . The function rejects it before multiplying. This is the recovery boundary: no allocation has occurred and no partial object exists. A tempting alternative, multiplying first and checking whether the result looks small, is harder to reason about and easy to get wrong when signed types or additional arithmetic enter the expression.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an input requests 1,500 records, each occupying 24 bytes, plus a 64-byte header.</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Worked example — Checking a byte-count calculation — Deep Dive</a:t>
            </a:r>
          </a:p>
          <a:p/>
          <a:p>
            <a:r>
              <a:t>LECTURE NARRATION</a:t>
            </a:r>
          </a:p>
          <a:p>
            <a:r>
              <a:t>Suppose an input requests 1,500 records, each occupying 24 bytes, plus a 64-byte header. The required calculation is header + count*stride . The order of checks must prevent both multiplication and addition overflow. Companion listing: ch04/checked_size.cpp The multiplication produces 36,000. Adding 64 produces 36,064. The first guard ensures that the multiplication is valid in the size domain, while the second guard ensures that the header fits in the remaining range. A zero stride is allowed by this mathematical helper; an application can impose a stricter semantic rule before calling it. Now consider a count larger than maximum / 24 . The function rejects it before multiplying. This is the recovery boundary: no allocation has occurred and no partial object exists. A tempting alternative, multiplying first and checking whether the result looks small, is harder to reason about and easy to get wrong when signed types or additional arithmetic enter the expression.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an input requests 1,500 records, each occupying 24 bytes, plus a 64-byte header.</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Worked example — Two’s-complement negation</a:t>
            </a:r>
          </a:p>
          <a:p/>
          <a:p>
            <a:r>
              <a:t>LECTURE NARRATION</a:t>
            </a:r>
          </a:p>
          <a:p>
            <a:r>
              <a:t>In 8 bits, +37 is 0010 0101 . Invert the bits to obtain 1101 1010 , then add one: 1101 1011 . Interpreted as an 8-bit two’s-complement value, that pattern is -37 . Repeating the operation returns the original pattern. The asymmetry of the signed range explains why the most-negative value has no positive counterpart in the same width.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 8 bits, +37 is 0010 0101 .</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Worked example — Two’s-complement negation — Deep Dive</a:t>
            </a:r>
          </a:p>
          <a:p/>
          <a:p>
            <a:r>
              <a:t>LECTURE NARRATION</a:t>
            </a:r>
          </a:p>
          <a:p>
            <a:r>
              <a:t>In 8 bits, +37 is 0010 0101 . Invert the bits to obtain 1101 1010 , then add one: 1101 1011 . Interpreted as an 8-bit two’s-complement value, that pattern is -37 . Repeating the operation returns the original pattern. The asymmetry of the signed range explains why the most-negative value has no positive counterpart in the same width.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in 8 bits, +37 is 0010 0101 .</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Detecting an unsigned wrap</a:t>
            </a:r>
          </a:p>
          <a:p/>
          <a:p>
            <a:r>
              <a:t>LECTURE NARRATION</a:t>
            </a:r>
          </a:p>
          <a:p>
            <a:r>
              <a:t>For an 8-bit unsigned value, 250 + 10 is computed modulo 256, so the result is 4 . This is defined unsigned arithmetic, not an exception. If the program is computing a buffer size, wrapping to 4 is usually unacceptable. A precondition such as b &lt;= UINT8_MAX - a detects the overflow before performing the addition.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an 8-bit unsigned value, 250 + 10 is computed modulo 256, so the result is 4 .</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Detecting an unsigned wrap — Deep Dive</a:t>
            </a:r>
          </a:p>
          <a:p/>
          <a:p>
            <a:r>
              <a:t>LECTURE NARRATION</a:t>
            </a:r>
          </a:p>
          <a:p>
            <a:r>
              <a:t>For an 8-bit unsigned value, 250 + 10 is computed modulo 256, so the result is 4 . This is defined unsigned arithmetic, not an exception. If the program is computing a buffer size, wrapping to 4 is usually unacceptable. A precondition such as b &lt;= UINT8_MAX - a detects the overflow before performing the addition.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an 8-bit unsigned value, 250 + 10 is computed modulo 256, so the result is 4 .</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Guided lab and review</a:t>
            </a:r>
          </a:p>
          <a:p/>
          <a:p>
            <a:r>
              <a:t>LECTURE NARRATION</a:t>
            </a:r>
          </a:p>
          <a:p>
            <a:r>
              <a:t>Lab 4. Add tests for zero records, zero stride, the largest count that fits, and the first count that does not. Test addition overflow independently with a small body and a nearly maximal header. Review 1. Decode eight-bit 11101010 as unsigned and as two’s complement. Review 2. Why must offset &lt;= total be checked before evaluating length &lt;= total - offset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Guided lab and review — Deep Dive</a:t>
            </a:r>
          </a:p>
          <a:p/>
          <a:p>
            <a:r>
              <a:t>LECTURE NARRATION</a:t>
            </a:r>
          </a:p>
          <a:p>
            <a:r>
              <a:t>Lab 4. Add tests for zero records, zero stride, the largest count that fits, and the first count that does not. Test addition overflow independently with a small body and a nearly maximal header. Review 1. Decode eight-bit 11101010 as unsigned and as two’s complement. Review 2. Why must offset &lt;= total be checked before evaluating length &lt;= total - offset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4.</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Chapter Synthesis</a:t>
            </a:r>
          </a:p>
          <a:p/>
          <a:p>
            <a:r>
              <a:t>LECTURE NARRATION</a:t>
            </a:r>
          </a:p>
          <a:p>
            <a:r>
              <a:t>The chapter's central subject is integer representation.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integer representation.</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Floating-Point Representation.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4 — Integer Representation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Integer arithmetic occurs in a finite representation, not in the unlimited mathematical integers.</a:t>
            </a:r>
          </a:p>
          <a:p>
            <a:pPr>
              <a:spcAft>
                <a:spcPts val="1100"/>
              </a:spcAft>
              <a:defRPr sz="1900">
                <a:solidFill>
                  <a:srgbClr val="F2F5F8"/>
                </a:solidFill>
              </a:defRPr>
            </a:pPr>
            <a:r>
              <a:t>• Some language operations deliberately wrap; others become undefined when the mathematical result does not fit.</a:t>
            </a:r>
          </a:p>
          <a:p>
            <a:pPr>
              <a:spcAft>
                <a:spcPts val="1100"/>
              </a:spcAft>
              <a:defRPr sz="1900">
                <a:solidFill>
                  <a:srgbClr val="F2F5F8"/>
                </a:solidFill>
              </a:defRPr>
            </a:pPr>
            <a:r>
              <a:t>• A correct design identifies the intended arithmetic domain before choosing an implementation.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Integer Representation.</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4.1 Unsigned Integers</a:t>
            </a:r>
          </a:p>
          <a:p>
            <a:pPr>
              <a:spcAft>
                <a:spcPts val="1100"/>
              </a:spcAft>
              <a:defRPr sz="1900">
                <a:solidFill>
                  <a:srgbClr val="F2F5F8"/>
                </a:solidFill>
              </a:defRPr>
            </a:pPr>
            <a:r>
              <a:t>• 4.2 Signed Integers</a:t>
            </a:r>
          </a:p>
          <a:p>
            <a:pPr>
              <a:spcAft>
                <a:spcPts val="1100"/>
              </a:spcAft>
              <a:defRPr sz="1900">
                <a:solidFill>
                  <a:srgbClr val="F2F5F8"/>
                </a:solidFill>
              </a:defRPr>
            </a:pPr>
            <a:r>
              <a:t>• 4.3 Integer Conversion</a:t>
            </a:r>
          </a:p>
          <a:p>
            <a:pPr>
              <a:spcAft>
                <a:spcPts val="1100"/>
              </a:spcAft>
              <a:defRPr sz="1900">
                <a:solidFill>
                  <a:srgbClr val="F2F5F8"/>
                </a:solidFill>
              </a:defRPr>
            </a:pPr>
            <a:r>
              <a:t>• 4.4 Integer Arithmetic</a:t>
            </a:r>
          </a:p>
          <a:p>
            <a:pPr>
              <a:spcAft>
                <a:spcPts val="1100"/>
              </a:spcAft>
              <a:defRPr sz="1900">
                <a:solidFill>
                  <a:srgbClr val="F2F5F8"/>
                </a:solidFill>
              </a:defRPr>
            </a:pPr>
            <a:r>
              <a:t>• ...plus 4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 Unsigned Integers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unsigned w -bit value interprets every bit as a nonnegative positional weight.</a:t>
            </a:r>
          </a:p>
          <a:p>
            <a:pPr>
              <a:spcAft>
                <a:spcPts val="1100"/>
              </a:spcAft>
              <a:defRPr sz="1900">
                <a:solidFill>
                  <a:srgbClr val="F2F5F8"/>
                </a:solidFill>
              </a:defRPr>
            </a:pPr>
            <a:r>
              <a:t>• The value is the sum of b_i * 2^i over positions 0 through w-1 .</a:t>
            </a:r>
          </a:p>
          <a:p>
            <a:pPr>
              <a:spcAft>
                <a:spcPts val="1100"/>
              </a:spcAft>
              <a:defRPr sz="1900">
                <a:solidFill>
                  <a:srgbClr val="F2F5F8"/>
                </a:solidFill>
              </a:defRPr>
            </a:pPr>
            <a:r>
              <a:t>• There is no sign bit in this interpretation.</a:t>
            </a:r>
          </a:p>
          <a:p>
            <a:pPr>
              <a:spcAft>
                <a:spcPts val="1100"/>
              </a:spcAft>
              <a:defRPr sz="1900">
                <a:solidFill>
                  <a:srgbClr val="F2F5F8"/>
                </a:solidFill>
              </a:defRPr>
            </a:pPr>
            <a:r>
              <a:t>• Every pattern represents a value.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4.1 Unsigned Integers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eight bits, 11111111 is 128+64+32+16+8+4+2+1 = 255 .</a:t>
            </a:r>
          </a:p>
          <a:p>
            <a:pPr>
              <a:spcAft>
                <a:spcPts val="1100"/>
              </a:spcAft>
              <a:defRPr sz="1700">
                <a:solidFill>
                  <a:srgbClr val="F2F5F8"/>
                </a:solidFill>
              </a:defRPr>
            </a:pPr>
            <a:r>
              <a:t>• This direct relationship makes unsigned types useful for masks, counters with explicitly modular behavior, and binary fields.</a:t>
            </a:r>
          </a:p>
          <a:p>
            <a:pPr>
              <a:spcAft>
                <a:spcPts val="1100"/>
              </a:spcAft>
              <a:defRPr sz="1700">
                <a:solidFill>
                  <a:srgbClr val="F2F5F8"/>
                </a:solidFill>
              </a:defRPr>
            </a:pPr>
            <a:r>
              <a:t>• It does not make unsigned the best choice for every ordinary quantity, especially where negative error indicators or differences are meaningful.</a:t>
            </a:r>
          </a:p>
          <a:p>
            <a:pPr>
              <a:spcAft>
                <a:spcPts val="1100"/>
              </a:spcAft>
              <a:defRPr sz="1900">
                <a:solidFill>
                  <a:srgbClr val="F2F5F8"/>
                </a:solidFill>
              </a:defRPr>
            </a:pPr>
            <a:r>
              <a:t>• The minimum unsigned value is zero.</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 Signed Integers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Two’s complement assigns the high bit a negative weight.</a:t>
            </a:r>
          </a:p>
          <a:p>
            <a:pPr>
              <a:spcAft>
                <a:spcPts val="1100"/>
              </a:spcAft>
              <a:defRPr sz="1900">
                <a:solidFill>
                  <a:srgbClr val="F2F5F8"/>
                </a:solidFill>
              </a:defRPr>
            </a:pPr>
            <a:r>
              <a:t>• A w -bit pattern has value -b_(w-1)*2^(w-1) + sum(b_i*2^i) for the remaining positions.</a:t>
            </a:r>
          </a:p>
          <a:p>
            <a:pPr>
              <a:spcAft>
                <a:spcPts val="1100"/>
              </a:spcAft>
              <a:defRPr sz="1900">
                <a:solidFill>
                  <a:srgbClr val="F2F5F8"/>
                </a:solidFill>
              </a:defRPr>
            </a:pPr>
            <a:r>
              <a:t>• The range is -2^(w-1) through 2^(w-1)-1 .</a:t>
            </a:r>
          </a:p>
          <a:p>
            <a:pPr>
              <a:spcAft>
                <a:spcPts val="1100"/>
              </a:spcAft>
              <a:defRPr sz="1900">
                <a:solidFill>
                  <a:srgbClr val="F2F5F8"/>
                </a:solidFill>
              </a:defRPr>
            </a:pPr>
            <a:r>
              <a:t>• There is one more negative value than positive nonzero values.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4.2 Signed Integers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This is the representation used by the reference platform and required by C++20’s signed integer representation rules.</a:t>
            </a:r>
          </a:p>
          <a:p>
            <a:pPr>
              <a:spcAft>
                <a:spcPts val="1100"/>
              </a:spcAft>
              <a:defRPr sz="1700">
                <a:solidFill>
                  <a:srgbClr val="F2F5F8"/>
                </a:solidFill>
              </a:defRPr>
            </a:pPr>
            <a:r>
              <a:t>• C17 permits additional signed representations, so statements about their byte patterns must be treated as platform assumptions in a C17 program.</a:t>
            </a:r>
          </a:p>
          <a:p>
            <a:pPr>
              <a:spcAft>
                <a:spcPts val="1100"/>
              </a:spcAft>
              <a:defRPr sz="1900">
                <a:solidFill>
                  <a:srgbClr val="F2F5F8"/>
                </a:solidFill>
              </a:defRPr>
            </a:pPr>
            <a:r>
              <a:t>• Representation does not change the rule that overflowing ordinary signed arithmetic is undefined.</a:t>
            </a:r>
          </a:p>
          <a:p>
            <a:pPr>
              <a:spcAft>
                <a:spcPts val="1100"/>
              </a:spcAft>
              <a:defRPr sz="1700">
                <a:solidFill>
                  <a:srgbClr val="F2F5F8"/>
                </a:solidFill>
              </a:defRPr>
            </a:pPr>
            <a:r>
              <a:t>• In two’s complement, the most significant bit distinguishes nonnegative and negative values, but it is not an independent minus-sign flag.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4.3 Integer Conversion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Conversion to an unsigned type produces the unique value congruent to the original integer modulo 2^w .</a:t>
            </a:r>
          </a:p>
          <a:p>
            <a:pPr>
              <a:spcAft>
                <a:spcPts val="1100"/>
              </a:spcAft>
              <a:defRPr sz="1900">
                <a:solidFill>
                  <a:srgbClr val="F2F5F8"/>
                </a:solidFill>
              </a:defRPr>
            </a:pPr>
            <a:r>
              <a:t>• Thus converting -1 to an eight-bit unsigned type yields 255, and converting -13 yields 243.</a:t>
            </a:r>
          </a:p>
          <a:p>
            <a:pPr>
              <a:spcAft>
                <a:spcPts val="1100"/>
              </a:spcAft>
              <a:defRPr sz="1900">
                <a:solidFill>
                  <a:srgbClr val="F2F5F8"/>
                </a:solidFill>
              </a:defRPr>
            </a:pPr>
            <a:r>
              <a:t>• This is a value-conversion rule, not merely a claim that implementations copy the same bytes.</a:t>
            </a:r>
          </a:p>
          <a:p>
            <a:pPr>
              <a:spcAft>
                <a:spcPts val="1100"/>
              </a:spcAft>
              <a:defRPr sz="1900">
                <a:solidFill>
                  <a:srgbClr val="F2F5F8"/>
                </a:solidFill>
              </a:defRPr>
            </a:pPr>
            <a:r>
              <a:t>• The conversion is useful when modular semantics are intended.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4.3 Integer Conversion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conversion is useful when modular semantics are intended.</a:t>
            </a:r>
          </a:p>
          <a:p>
            <a:pPr>
              <a:spcAft>
                <a:spcPts val="1100"/>
              </a:spcAft>
              <a:defRPr sz="1900">
                <a:solidFill>
                  <a:srgbClr val="F2F5F8"/>
                </a:solidFill>
              </a:defRPr>
            </a:pPr>
            <a:r>
              <a:t>• It is dangerous when a negative length indicates an error.</a:t>
            </a:r>
          </a:p>
          <a:p>
            <a:pPr>
              <a:spcAft>
                <a:spcPts val="1100"/>
              </a:spcAft>
              <a:defRPr sz="1900">
                <a:solidFill>
                  <a:srgbClr val="F2F5F8"/>
                </a:solidFill>
              </a:defRPr>
            </a:pPr>
            <a:r>
              <a:t>• Check the signed value before converting it to size_t .</a:t>
            </a:r>
          </a:p>
          <a:p>
            <a:pPr>
              <a:spcAft>
                <a:spcPts val="1100"/>
              </a:spcAft>
              <a:defRPr sz="1900">
                <a:solidFill>
                  <a:srgbClr val="F2F5F8"/>
                </a:solidFill>
              </a:defRPr>
            </a:pPr>
            <a:r>
              <a:t>• Once -1 becomes a large positive size, later code can mistake the error for a huge valid allocation or copy request.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4.4 Integer Arithmetic</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Unsigned addition wraps according to its type.</a:t>
            </a:r>
          </a:p>
          <a:p>
            <a:pPr>
              <a:spcAft>
                <a:spcPts val="1100"/>
              </a:spcAft>
              <a:defRPr sz="1900">
                <a:solidFill>
                  <a:srgbClr val="F2F5F8"/>
                </a:solidFill>
              </a:defRPr>
            </a:pPr>
            <a:r>
              <a:t>• Signed addition requires the mathematical result to be representable.</a:t>
            </a:r>
          </a:p>
          <a:p>
            <a:pPr>
              <a:spcAft>
                <a:spcPts val="1100"/>
              </a:spcAft>
              <a:defRPr sz="1900">
                <a:solidFill>
                  <a:srgbClr val="F2F5F8"/>
                </a:solidFill>
              </a:defRPr>
            </a:pPr>
            <a:r>
              <a:t>• To check nonnegative unsigned addition before performing it, test b &lt;= maximum - a .</a:t>
            </a:r>
          </a:p>
          <a:p>
            <a:pPr>
              <a:spcAft>
                <a:spcPts val="1100"/>
              </a:spcAft>
              <a:defRPr sz="1900">
                <a:solidFill>
                  <a:srgbClr val="F2F5F8"/>
                </a:solidFill>
              </a:defRPr>
            </a:pPr>
            <a:r>
              <a:t>• For signed addition, use separate positive and negative cases or a documented checked-arithmetic facility.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4.4 Integer Arithmetic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Checking after a signed overflow is too late.</a:t>
            </a:r>
          </a:p>
          <a:p>
            <a:pPr>
              <a:spcAft>
                <a:spcPts val="1100"/>
              </a:spcAft>
              <a:defRPr sz="1700">
                <a:solidFill>
                  <a:srgbClr val="F2F5F8"/>
                </a:solidFill>
              </a:defRPr>
            </a:pPr>
            <a:r>
              <a:t>• An expression such as if (a + b &lt; a) cannot reliably detect signed overflow because the addition itself may already violate the language’s requirements.</a:t>
            </a:r>
          </a:p>
          <a:p>
            <a:pPr>
              <a:spcAft>
                <a:spcPts val="1100"/>
              </a:spcAft>
              <a:defRPr sz="1900">
                <a:solidFill>
                  <a:srgbClr val="F2F5F8"/>
                </a:solidFill>
              </a:defRPr>
            </a:pPr>
            <a:r>
              <a:t>• Validate the operation’s precondition, not merely the resulting pattern.</a:t>
            </a:r>
          </a:p>
          <a:p>
            <a:pPr>
              <a:spcAft>
                <a:spcPts val="1100"/>
              </a:spcAft>
              <a:defRPr sz="1900">
                <a:solidFill>
                  <a:srgbClr val="F2F5F8"/>
                </a:solidFill>
              </a:defRPr>
            </a:pPr>
            <a:r>
              <a:t>• Unsigned subtraction also wraps.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Checking a byte-count calculation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Suppose an input requests 1,500 records, each occupying 24 bytes, plus a 64-byte header.</a:t>
            </a:r>
          </a:p>
          <a:p>
            <a:pPr>
              <a:spcAft>
                <a:spcPts val="1100"/>
              </a:spcAft>
              <a:defRPr sz="1900">
                <a:solidFill>
                  <a:srgbClr val="F2F5F8"/>
                </a:solidFill>
              </a:defRPr>
            </a:pPr>
            <a:r>
              <a:t>• The required calculation is header + count*stride .</a:t>
            </a:r>
          </a:p>
          <a:p>
            <a:pPr>
              <a:spcAft>
                <a:spcPts val="1100"/>
              </a:spcAft>
              <a:defRPr sz="1900">
                <a:solidFill>
                  <a:srgbClr val="F2F5F8"/>
                </a:solidFill>
              </a:defRPr>
            </a:pPr>
            <a:r>
              <a:t>• The order of checks must prevent both multiplication and addition overflow.</a:t>
            </a:r>
          </a:p>
          <a:p>
            <a:pPr>
              <a:spcAft>
                <a:spcPts val="1100"/>
              </a:spcAft>
              <a:defRPr sz="1900">
                <a:solidFill>
                  <a:srgbClr val="F2F5F8"/>
                </a:solidFill>
              </a:defRPr>
            </a:pPr>
            <a:r>
              <a:t>• Companion listing: ch04/checked_size.cpp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Checking a byte-count calculation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ch04/checked_size.cpp</a:t>
            </a:r>
          </a:p>
          <a:p>
            <a:pPr>
              <a:spcAft>
                <a:spcPts val="1100"/>
              </a:spcAft>
              <a:defRPr sz="1900">
                <a:solidFill>
                  <a:srgbClr val="F2F5F8"/>
                </a:solidFill>
              </a:defRPr>
            </a:pPr>
            <a:r>
              <a:t>• The multiplication produces 36,000.</a:t>
            </a:r>
          </a:p>
          <a:p>
            <a:pPr>
              <a:spcAft>
                <a:spcPts val="1100"/>
              </a:spcAft>
              <a:defRPr sz="1900">
                <a:solidFill>
                  <a:srgbClr val="F2F5F8"/>
                </a:solidFill>
              </a:defRPr>
            </a:pPr>
            <a:r>
              <a:t>• Adding 64 produces 36,064.</a:t>
            </a:r>
          </a:p>
          <a:p>
            <a:pPr>
              <a:spcAft>
                <a:spcPts val="1100"/>
              </a:spcAft>
              <a:defRPr sz="1700">
                <a:solidFill>
                  <a:srgbClr val="F2F5F8"/>
                </a:solidFill>
              </a:defRPr>
            </a:pPr>
            <a:r>
              <a:t>• The first guard ensures that the multiplication is valid in the size domain, while the second guard ensures that the header fits in the remaining range.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Two’s-complement negation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 8 bits, +37 is 0010 0101 .</a:t>
            </a:r>
          </a:p>
          <a:p>
            <a:pPr>
              <a:spcAft>
                <a:spcPts val="1100"/>
              </a:spcAft>
              <a:defRPr sz="1900">
                <a:solidFill>
                  <a:srgbClr val="F2F5F8"/>
                </a:solidFill>
              </a:defRPr>
            </a:pPr>
            <a:r>
              <a:t>• Invert the bits to obtain 1101 1010 , then add one: 1101 1011 .</a:t>
            </a:r>
          </a:p>
          <a:p>
            <a:pPr>
              <a:spcAft>
                <a:spcPts val="1100"/>
              </a:spcAft>
              <a:defRPr sz="1900">
                <a:solidFill>
                  <a:srgbClr val="F2F5F8"/>
                </a:solidFill>
              </a:defRPr>
            </a:pPr>
            <a:r>
              <a:t>• Interpreted as an 8-bit two’s-complement value, that pattern is -37 .</a:t>
            </a:r>
          </a:p>
          <a:p>
            <a:pPr>
              <a:spcAft>
                <a:spcPts val="1100"/>
              </a:spcAft>
              <a:defRPr sz="1900">
                <a:solidFill>
                  <a:srgbClr val="F2F5F8"/>
                </a:solidFill>
              </a:defRPr>
            </a:pPr>
            <a:r>
              <a:t>• Repeating the operation returns the original pattern.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Two’s-complement negation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 8 bits, +37 is 0010 0101 .</a:t>
            </a:r>
          </a:p>
          <a:p>
            <a:pPr>
              <a:spcAft>
                <a:spcPts val="1100"/>
              </a:spcAft>
              <a:defRPr sz="1900">
                <a:solidFill>
                  <a:srgbClr val="F2F5F8"/>
                </a:solidFill>
              </a:defRPr>
            </a:pPr>
            <a:r>
              <a:t>• Invert the bits to obtain 1101 1010 , then add one: 1101 1011 .</a:t>
            </a:r>
          </a:p>
          <a:p>
            <a:pPr>
              <a:spcAft>
                <a:spcPts val="1100"/>
              </a:spcAft>
              <a:defRPr sz="1900">
                <a:solidFill>
                  <a:srgbClr val="F2F5F8"/>
                </a:solidFill>
              </a:defRPr>
            </a:pPr>
            <a:r>
              <a:t>• Interpreted as an 8-bit two’s-complement value, that pattern is -37 .</a:t>
            </a:r>
          </a:p>
          <a:p>
            <a:pPr>
              <a:spcAft>
                <a:spcPts val="1100"/>
              </a:spcAft>
              <a:defRPr sz="1900">
                <a:solidFill>
                  <a:srgbClr val="F2F5F8"/>
                </a:solidFill>
              </a:defRPr>
            </a:pPr>
            <a:r>
              <a:t>• Repeating the operation returns the original pattern.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Detecting an unsigned wrap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an 8-bit unsigned value, 250 + 10 is computed modulo 256, so the result is 4 .</a:t>
            </a:r>
          </a:p>
          <a:p>
            <a:pPr>
              <a:spcAft>
                <a:spcPts val="1100"/>
              </a:spcAft>
              <a:defRPr sz="1900">
                <a:solidFill>
                  <a:srgbClr val="F2F5F8"/>
                </a:solidFill>
              </a:defRPr>
            </a:pPr>
            <a:r>
              <a:t>• This is defined unsigned arithmetic, not an exception.</a:t>
            </a:r>
          </a:p>
          <a:p>
            <a:pPr>
              <a:spcAft>
                <a:spcPts val="1100"/>
              </a:spcAft>
              <a:defRPr sz="1900">
                <a:solidFill>
                  <a:srgbClr val="F2F5F8"/>
                </a:solidFill>
              </a:defRPr>
            </a:pPr>
            <a:r>
              <a:t>• If the program is computing a buffer size, wrapping to 4 is usually unacceptable.</a:t>
            </a:r>
          </a:p>
          <a:p>
            <a:pPr>
              <a:spcAft>
                <a:spcPts val="1100"/>
              </a:spcAft>
              <a:defRPr sz="1900">
                <a:solidFill>
                  <a:srgbClr val="F2F5F8"/>
                </a:solidFill>
              </a:defRPr>
            </a:pPr>
            <a:r>
              <a:t>• A precondition such as b &lt;= UINT8_MAX - a detects the overflow before performing the addition.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Detecting an unsigned wrap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an 8-bit unsigned value, 250 + 10 is computed modulo 256, so the result is 4 .</a:t>
            </a:r>
          </a:p>
          <a:p>
            <a:pPr>
              <a:spcAft>
                <a:spcPts val="1100"/>
              </a:spcAft>
              <a:defRPr sz="1900">
                <a:solidFill>
                  <a:srgbClr val="F2F5F8"/>
                </a:solidFill>
              </a:defRPr>
            </a:pPr>
            <a:r>
              <a:t>• This is defined unsigned arithmetic, not an exception.</a:t>
            </a:r>
          </a:p>
          <a:p>
            <a:pPr>
              <a:spcAft>
                <a:spcPts val="1100"/>
              </a:spcAft>
              <a:defRPr sz="1900">
                <a:solidFill>
                  <a:srgbClr val="F2F5F8"/>
                </a:solidFill>
              </a:defRPr>
            </a:pPr>
            <a:r>
              <a:t>• If the program is computing a buffer size, wrapping to 4 is usually unacceptable.</a:t>
            </a:r>
          </a:p>
          <a:p>
            <a:pPr>
              <a:spcAft>
                <a:spcPts val="1100"/>
              </a:spcAft>
              <a:defRPr sz="1900">
                <a:solidFill>
                  <a:srgbClr val="F2F5F8"/>
                </a:solidFill>
              </a:defRPr>
            </a:pPr>
            <a:r>
              <a:t>• A precondition such as b &lt;= UINT8_MAX - a detects the overflow before performing the addition.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4.</a:t>
            </a:r>
          </a:p>
          <a:p>
            <a:pPr>
              <a:spcAft>
                <a:spcPts val="1100"/>
              </a:spcAft>
              <a:defRPr sz="1900">
                <a:solidFill>
                  <a:srgbClr val="F2F5F8"/>
                </a:solidFill>
              </a:defRPr>
            </a:pPr>
            <a:r>
              <a:t>• Add tests for zero records, zero stride, the largest count that fits, and the first count that does not.</a:t>
            </a:r>
          </a:p>
          <a:p>
            <a:pPr>
              <a:spcAft>
                <a:spcPts val="1100"/>
              </a:spcAft>
              <a:defRPr sz="1900">
                <a:solidFill>
                  <a:srgbClr val="F2F5F8"/>
                </a:solidFill>
              </a:defRPr>
            </a:pPr>
            <a:r>
              <a:t>• Test addition overflow independently with a small body and a nearly maximal header.</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Decode eight-bit 11101010 as unsigned and as two’s complement.</a:t>
            </a:r>
          </a:p>
          <a:p>
            <a:pPr>
              <a:spcAft>
                <a:spcPts val="1100"/>
              </a:spcAft>
              <a:defRPr sz="1900">
                <a:solidFill>
                  <a:srgbClr val="F2F5F8"/>
                </a:solidFill>
              </a:defRPr>
            </a:pPr>
            <a:r>
              <a:t>• Review 2.</a:t>
            </a:r>
          </a:p>
          <a:p>
            <a:pPr>
              <a:spcAft>
                <a:spcPts val="1100"/>
              </a:spcAft>
              <a:defRPr sz="1900">
                <a:solidFill>
                  <a:srgbClr val="F2F5F8"/>
                </a:solidFill>
              </a:defRPr>
            </a:pPr>
            <a:r>
              <a:t>• Why must offset &lt;= total be checked before evaluating length &lt;= total - offset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integer representation.</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Floating-Point Representation.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4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