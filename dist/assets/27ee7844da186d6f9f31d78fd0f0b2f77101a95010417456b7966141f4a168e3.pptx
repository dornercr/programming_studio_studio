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35 — Buffered I/O</a:t>
            </a:r>
          </a:p>
          <a:p/>
          <a:p>
            <a:r>
              <a:t>LECTURE NARRATION</a:t>
            </a:r>
          </a:p>
          <a:p>
            <a:r>
              <a:t>Buffering groups small operations into larger transfers. It can reduce system-call overhead and provide convenient formatting, but it adds state whose visibility and failure behavior the program must understand. The application buffer, the C library’s stream buffer, the kernel page cache, and persistent storage are separate layers.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buffering groups small operations into larger transfers.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Buffering groups small operations into larger transfers. It can reduce system-call overhead and provide convenient formatting, but it adds state whose visibility and failure behavior the program must understand. The application buffer, the C library’s stream buffer, the kernel page cache, and persistent storage are separate layers.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buffering groups small operations into larger transfers.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35.1 System-call overhead 35.2 User-space buffering 35.3 Standard I/O 35.4 FILE*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35.1 System-call overhead 35.2 User-space buffering 35.3 Standard I/O 35.4 FILE*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35.1 System-call overhead</a:t>
            </a:r>
          </a:p>
          <a:p/>
          <a:p>
            <a:r>
              <a:t>LECTURE NARRATION</a:t>
            </a:r>
          </a:p>
          <a:p>
            <a:r>
              <a:t>A system call involves an ABI transition, validation, and kernel work. Performing one call for every character can make that overhead significant compared with the useful transfer. Grouping bytes amortizes the fixed portion of the cost. The exact cost is workload- and platform-dependent. A benchmark comparing one-byte writes with block writes should control the destination, total bytes, buffering mode, and error handling. Sending output to a terminal can measure rendering and terminal behavior as much as syscall overhead.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system call involves an ABI transition, validation, and kernel work.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35.1 System-call overhead — Deep Dive</a:t>
            </a:r>
          </a:p>
          <a:p/>
          <a:p>
            <a:r>
              <a:t>LECTURE NARRATION</a:t>
            </a:r>
          </a:p>
          <a:p>
            <a:r>
              <a:t>A system call involves an ABI transition, validation, and kernel work. Performing one call for every character can make that overhead significant compared with the useful transfer. Grouping bytes amortizes the fixed portion of the cost. The exact cost is workload- and platform-dependent. A benchmark comparing one-byte writes with block writes should control the destination, total bytes, buffering mode, and error handling. Sending output to a terminal can measure rendering and terminal behavior as much as syscall overhead.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system call involves an ABI transition, validation, and kernel work.</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35.2 User-space buffering</a:t>
            </a:r>
          </a:p>
          <a:p/>
          <a:p>
            <a:r>
              <a:t>LECTURE NARRATION</a:t>
            </a:r>
          </a:p>
          <a:p>
            <a:r>
              <a:t>A user-space buffer accumulates output or retains input already fetched from the kernel. The library can satisfy several application operations without another system call. That improves efficiency but means an application operation may complete before the underlying descriptor has seen all corresponding output. The buffer has ownership and lifetime requirements. When supplying storage to an interface such as setvbuf , keep that storage alive for the required duration and configure buffering before performing other stream operations as required by the interface. Do not use a short-lived local array as a long-lived stream buffer.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user-space buffer accumulates output or retains input already fetched from the kernel.</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35.2 User-space buffering — Deep Dive</a:t>
            </a:r>
          </a:p>
          <a:p/>
          <a:p>
            <a:r>
              <a:t>LECTURE NARRATION</a:t>
            </a:r>
          </a:p>
          <a:p>
            <a:r>
              <a:t>A user-space buffer accumulates output or retains input already fetched from the kernel. The library can satisfy several application operations without another system call. That improves efficiency but means an application operation may complete before the underlying descriptor has seen all corresponding output. The buffer has ownership and lifetime requirements. When supplying storage to an interface such as setvbuf , keep that storage alive for the required duration and configure buffering before performing other stream operations as required by the interface. Do not use a short-lived local array as a long-lived stream buffer.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user-space buffer accumulates output or retains input already fetched from the kernel.</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35.3 Standard I/O</a:t>
            </a:r>
          </a:p>
          <a:p/>
          <a:p>
            <a:r>
              <a:t>LECTURE NARRATION</a:t>
            </a:r>
          </a:p>
          <a:p>
            <a:r>
              <a:t>The C standard-I/O library provides formatted and block-oriented operations such as fprintf , fread , and fwrite . It tracks buffering, position-related state, end-of-file state, and error state. These are library operations, not one-to-one aliases for system calls. [ R8 ] Check the return values appropriate to each interface. fread and fwrite count complete elements, not always raw bytes unless the element size is one. A short input result requires distinguishing end of file from an error using stream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35.3 Standard I/O — Deep Dive</a:t>
            </a:r>
          </a:p>
          <a:p/>
          <a:p>
            <a:r>
              <a:t>LECTURE NARRATION</a:t>
            </a:r>
          </a:p>
          <a:p>
            <a:r>
              <a:t>The C standard-I/O library provides formatted and block-oriented operations such as fprintf , fread , and fwrite . It tracks buffering, position-related state, end-of-file state, and error state. These are library operations, not one-to-one aliases for system calls. [ R8 ] Check the return values appropriate to each interface. fread and fwrite count complete elements, not always raw bytes unless the element size is one. A short input result requires distinguishing end of file from an error using stream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35.4 FILE*</a:t>
            </a:r>
          </a:p>
          <a:p/>
          <a:p>
            <a:r>
              <a:t>LECTURE NARRATION</a:t>
            </a:r>
          </a:p>
          <a:p>
            <a:r>
              <a:t>A FILE* refers to a library-managed stream object. It is not an integer descriptor and must not be passed where an int fd is expected. On POSIX systems, fileno obtains the associated descriptor for supported streams, but mixing raw descriptor operations with buffered stream operations requires careful coordination. The library may have read ahead or retained unwritten output. A raw read , write , or lseek can therefore interact with a different logical position than the programmer expects. Prefer one I/O abstraction for a given workflow unless there is a clear synchronization plan.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35.4 FILE* — Deep Dive</a:t>
            </a:r>
          </a:p>
          <a:p/>
          <a:p>
            <a:r>
              <a:t>LECTURE NARRATION</a:t>
            </a:r>
          </a:p>
          <a:p>
            <a:r>
              <a:t>A FILE* refers to a library-managed stream object. It is not an integer descriptor and must not be passed where an int fd is expected. On POSIX systems, fileno obtains the associated descriptor for supported streams, but mixing raw descriptor operations with buffered stream operations requires careful coordination. The library may have read ahead or retained unwritten output. A raw read , write , or lseek can therefore interact with a different logical position than the programmer expects. Prefer one I/O abstraction for a given workflow unless there is a clear synchronization plan.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35.5 Read buffering</a:t>
            </a:r>
          </a:p>
          <a:p/>
          <a:p>
            <a:r>
              <a:t>LECTURE NARRATION</a:t>
            </a:r>
          </a:p>
          <a:p>
            <a:r>
              <a:t>Read buffering obtains a block from the underlying endpoint and serves smaller application reads from that block. The descriptor offset may advance beyond the next byte the application will receive from the library buffer. This explains why duplicating a descriptor does not duplicate a FILE* ’s user-space buffer state. It also explains why switching abruptly between buffered and unbuffered reads can appear to skip data. The bytes may already be inside the library’s buffer rather than waiting at the kernel offset.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read buffering obtains a block from the underlying endpoint and serves smaller application reads from that block.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35.5 Read buffering — Deep Dive</a:t>
            </a:r>
          </a:p>
          <a:p/>
          <a:p>
            <a:r>
              <a:t>LECTURE NARRATION</a:t>
            </a:r>
          </a:p>
          <a:p>
            <a:r>
              <a:t>Read buffering obtains a block from the underlying endpoint and serves smaller application reads from that block. The descriptor offset may advance beyond the next byte the application will receive from the library buffer. This explains why duplicating a descriptor does not duplicate a FILE* ’s user-space buffer state. It also explains why switching abruptly between buffered and unbuffered reads can appear to skip data. The bytes may already be inside the library’s buffer rather than waiting at the kernel offset.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read buffering obtains a block from the underlying endpoint and serves smaller application reads from that block.</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35.6 Write buffering</a:t>
            </a:r>
          </a:p>
          <a:p/>
          <a:p>
            <a:r>
              <a:t>LECTURE NARRATION</a:t>
            </a:r>
          </a:p>
          <a:p>
            <a:r>
              <a:t>Write buffering delays or groups output until the buffer fills, a flush occurs, or another defined event requires transfer. fflush requests that buffered output be sent through the stream’s underlying write path and reports failure if that cannot be completed. fflush does not provide the same durability guarantee as fsync on an appropriate descriptor. It moves data out of the library buffer; the kernel and device may still retain it. Likewise, fclose must be checked because buffered output can fail during final flushing. [ R33 ]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write buffering delays or groups output until the buffer fills, a flush occurs, or another defined event requires transfer. fflush requests that buffered output be sent through the stream’s underlying write path and reports failure if that cannot be completed. fflush does not provide the same durability guarantee as fsync on an appropriate descriptor.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35.6 Write buffering — Deep Dive</a:t>
            </a:r>
          </a:p>
          <a:p/>
          <a:p>
            <a:r>
              <a:t>LECTURE NARRATION</a:t>
            </a:r>
          </a:p>
          <a:p>
            <a:r>
              <a:t>Write buffering delays or groups output until the buffer fills, a flush occurs, or another defined event requires transfer. fflush requests that buffered output be sent through the stream’s underlying write path and reports failure if that cannot be completed. fflush does not provide the same durability guarantee as fsync on an appropriate descriptor. It moves data out of the library buffer; the kernel and device may still retain it. Likewise, fclose must be checked because buffered output can fail during final flushing. [ R33 ]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write buffering delays or groups output until the buffer fills, a flush occurs, or another defined event requires transfer. fflush requests that buffered output be sent through the stream’s underlying write path and reports failure if that cannot be completed. fflush does not provide the same durability guarantee as fsync on an appropriate descriptor.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35.7 Buffer cache</a:t>
            </a:r>
          </a:p>
          <a:p/>
          <a:p>
            <a:r>
              <a:t>LECTURE NARRATION</a:t>
            </a:r>
          </a:p>
          <a:p>
            <a:r>
              <a:t>The kernel’s file cache retains file data in memory to avoid repeated device access and to batch writes. On Linux, discussion of ordinary file data commonly centers on the page cache. This cache is distinct from CPU caches and from user-space standard-I/O buffers. A warm-cache benchmark may primarily measure memory copying and kernel paths, while a cold-device benchmark includes storage access. Do not label both simply “disk speed.” State whether the relevant data was cached and avoid globally disruptive cache-manipulation commands in ordinary application labs.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35.7 Buffer cache — Deep Dive</a:t>
            </a:r>
          </a:p>
          <a:p/>
          <a:p>
            <a:r>
              <a:t>LECTURE NARRATION</a:t>
            </a:r>
          </a:p>
          <a:p>
            <a:r>
              <a:t>The kernel’s file cache retains file data in memory to avoid repeated device access and to batch writes. On Linux, discussion of ordinary file data commonly centers on the page cache. This cache is distinct from CPU caches and from user-space standard-I/O buffers. A warm-cache benchmark may primarily measure memory copying and kernel paths, while a cold-device benchmark includes storage access. Do not label both simply “disk speed.” State whether the relevant data was cached and avoid globally disruptive cache-manipulation commands in ordinary application labs.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Write, reposition, and read back</a:t>
            </a:r>
          </a:p>
          <a:p/>
          <a:p>
            <a:r>
              <a:t>LECTURE NARRATION</a:t>
            </a:r>
          </a:p>
          <a:p>
            <a:r>
              <a:t>The following program uses an automatically removed temporary file. It checks output, flushing, positioning, input length, stream error state, and closure. fseek supplies the required positioning transition before reading the update stream after writing. Companion listing: ch35/buffered.c The embedded zero byte verifies that block I/O does not depend on C-string termination. The expected output is buffered I/O checks passed . This is a correctness exercise, not a durability test: it does not call fsync , simulate power loss, or make claims about storage-device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following program uses an automatically removed temporary file.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Write, reposition, and read back — Deep Dive</a:t>
            </a:r>
          </a:p>
          <a:p/>
          <a:p>
            <a:r>
              <a:t>LECTURE NARRATION</a:t>
            </a:r>
          </a:p>
          <a:p>
            <a:r>
              <a:t>The following program uses an automatically removed temporary file. It checks output, flushing, positioning, input length, stream error state, and closure. fseek supplies the required positioning transition before reading the update stream after writing. Companion listing: ch35/buffered.c The embedded zero byte verifies that block I/O does not depend on C-string termination. The expected output is buffered I/O checks passed . This is a correctness exercise, not a durability test: it does not call fsync , simulate power loss, or make claims about storage-device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following program uses an automatically removed temporary file.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Why buffering reduces calls</a:t>
            </a:r>
          </a:p>
          <a:p/>
          <a:p>
            <a:r>
              <a:t>LECTURE NARRATION</a:t>
            </a:r>
          </a:p>
          <a:p>
            <a:r>
              <a:t>Writing 1 byte at a time for 4,096 bytes can require 4,096 system calls if unbuffered. Accumulating those bytes in a 4 KiB user-space buffer can reduce the transfer to roughly one write call. The total data is unchanged, but fixed per-call overhead is amortized across more bytes.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writing 1 byte at a time for 4,096 bytes can require 4,096 system calls if unbuffered.</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Why buffering reduces calls — Deep Dive</a:t>
            </a:r>
          </a:p>
          <a:p/>
          <a:p>
            <a:r>
              <a:t>LECTURE NARRATION</a:t>
            </a:r>
          </a:p>
          <a:p>
            <a:r>
              <a:t>Writing 1 byte at a time for 4,096 bytes can require 4,096 system calls if unbuffered. Accumulating those bytes in a 4 KiB user-space buffer can reduce the transfer to roughly one write call. The total data is unchanged, but fixed per-call overhead is amortized across more bytes.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writing 1 byte at a time for 4,096 bytes can require 4,096 system calls if unbuffered.</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Flush boundaries</a:t>
            </a:r>
          </a:p>
          <a:p/>
          <a:p>
            <a:r>
              <a:t>LECTURE NARRATION</a:t>
            </a:r>
          </a:p>
          <a:p>
            <a:r>
              <a:t>A buffered output library may hold bytes in user space until the buffer fills, a flush is requested, the stream closes, or policy triggers a flush. Therefore seeing a successful formatting call does not prove the bytes are already on durable storage. Buffering, kernel caches, and storage persistence are separate stages.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buffered output library may hold bytes in user space until the buffer fills, a flush is requested, the stream closes, or policy triggers a flush.</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Flush boundaries — Deep Dive</a:t>
            </a:r>
          </a:p>
          <a:p/>
          <a:p>
            <a:r>
              <a:t>LECTURE NARRATION</a:t>
            </a:r>
          </a:p>
          <a:p>
            <a:r>
              <a:t>A buffered output library may hold bytes in user space until the buffer fills, a flush is requested, the stream closes, or policy triggers a flush. Therefore seeing a successful formatting call does not prove the bytes are already on durable storage. Buffering, kernel caches, and storage persistence are separate stages.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buffered output library may hold bytes in user space until the buffer fills, a flush is requested, the stream closes, or policy triggers a flush.</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35. Increase the payload beyond a typical small stream buffer, retaining an embedded zero byte. Compare the bytes after reading them back. Then write a separate timing experiment with the timed boundary stated explicitly and no terminal output inside the measured loop. Review 1. Why can the descriptor offset be ahead of the next buffered input byte? Review 2. What does fflush fail to establish about persistent storage?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35.</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35. Increase the payload beyond a typical small stream buffer, retaining an embedded zero byte. Compare the bytes after reading them back. Then write a separate timing experiment with the timed boundary stated explicitly and no terminal output inside the measured loop. Review 1. Why can the descriptor offset be ahead of the next buffered input byte? Review 2. What does fflush fail to establish about persistent storage?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35.</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buffered i/o.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buffered i/o.</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Memory-Mapped Files.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35 — Buffered I/O</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Buffering groups small operations into larger transfers.</a:t>
            </a:r>
          </a:p>
          <a:p>
            <a:pPr>
              <a:spcAft>
                <a:spcPts val="1100"/>
              </a:spcAft>
              <a:defRPr sz="1700">
                <a:solidFill>
                  <a:srgbClr val="F2F5F8"/>
                </a:solidFill>
              </a:defRPr>
            </a:pPr>
            <a:r>
              <a:t>• It can reduce system-call overhead and provide convenient formatting, but it adds state whose visibility and failure behavior the program must understand.</a:t>
            </a:r>
          </a:p>
          <a:p>
            <a:pPr>
              <a:spcAft>
                <a:spcPts val="1100"/>
              </a:spcAft>
              <a:defRPr sz="1700">
                <a:solidFill>
                  <a:srgbClr val="F2F5F8"/>
                </a:solidFill>
              </a:defRPr>
            </a:pPr>
            <a:r>
              <a:t>• The application buffer, the C library’s stream buffer, the kernel page cache, and persistent storage are separate layers.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Buffered I/O.</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35.1 System-call overhead</a:t>
            </a:r>
          </a:p>
          <a:p>
            <a:pPr>
              <a:spcAft>
                <a:spcPts val="1100"/>
              </a:spcAft>
              <a:defRPr sz="1900">
                <a:solidFill>
                  <a:srgbClr val="F2F5F8"/>
                </a:solidFill>
              </a:defRPr>
            </a:pPr>
            <a:r>
              <a:t>• 35.2 User-space buffering</a:t>
            </a:r>
          </a:p>
          <a:p>
            <a:pPr>
              <a:spcAft>
                <a:spcPts val="1100"/>
              </a:spcAft>
              <a:defRPr sz="1900">
                <a:solidFill>
                  <a:srgbClr val="F2F5F8"/>
                </a:solidFill>
              </a:defRPr>
            </a:pPr>
            <a:r>
              <a:t>• 35.3 Standard I/O</a:t>
            </a:r>
          </a:p>
          <a:p>
            <a:pPr>
              <a:spcAft>
                <a:spcPts val="1100"/>
              </a:spcAft>
              <a:defRPr sz="1900">
                <a:solidFill>
                  <a:srgbClr val="F2F5F8"/>
                </a:solidFill>
              </a:defRPr>
            </a:pPr>
            <a:r>
              <a:t>• 35.4 FILE*</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35.1 System-call overhead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system call involves an ABI transition, validation, and kernel work.</a:t>
            </a:r>
          </a:p>
          <a:p>
            <a:pPr>
              <a:spcAft>
                <a:spcPts val="1100"/>
              </a:spcAft>
              <a:defRPr sz="1900">
                <a:solidFill>
                  <a:srgbClr val="F2F5F8"/>
                </a:solidFill>
              </a:defRPr>
            </a:pPr>
            <a:r>
              <a:t>• Performing one call for every character can make that overhead significant compared with the useful transfer.</a:t>
            </a:r>
          </a:p>
          <a:p>
            <a:pPr>
              <a:spcAft>
                <a:spcPts val="1100"/>
              </a:spcAft>
              <a:defRPr sz="1900">
                <a:solidFill>
                  <a:srgbClr val="F2F5F8"/>
                </a:solidFill>
              </a:defRPr>
            </a:pPr>
            <a:r>
              <a:t>• Grouping bytes amortizes the fixed portion of the cost.</a:t>
            </a:r>
          </a:p>
          <a:p>
            <a:pPr>
              <a:spcAft>
                <a:spcPts val="1100"/>
              </a:spcAft>
              <a:defRPr sz="1900">
                <a:solidFill>
                  <a:srgbClr val="F2F5F8"/>
                </a:solidFill>
              </a:defRPr>
            </a:pPr>
            <a:r>
              <a:t>• The exact cost is workload- and platform-dependent.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35.1 System-call overhead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exact cost is workload- and platform-dependent.</a:t>
            </a:r>
          </a:p>
          <a:p>
            <a:pPr>
              <a:spcAft>
                <a:spcPts val="1100"/>
              </a:spcAft>
              <a:defRPr sz="1700">
                <a:solidFill>
                  <a:srgbClr val="F2F5F8"/>
                </a:solidFill>
              </a:defRPr>
            </a:pPr>
            <a:r>
              <a:t>• A benchmark comparing one-byte writes with block writes should control the destination, total bytes, buffering mode, and error handling.</a:t>
            </a:r>
          </a:p>
          <a:p>
            <a:pPr>
              <a:spcAft>
                <a:spcPts val="1100"/>
              </a:spcAft>
              <a:defRPr sz="1900">
                <a:solidFill>
                  <a:srgbClr val="F2F5F8"/>
                </a:solidFill>
              </a:defRPr>
            </a:pPr>
            <a:r>
              <a:t>• Sending output to a terminal can measure rendering and terminal behavior as much as syscall overhead.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35.2 User-space buffering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user-space buffer accumulates output or retains input already fetched from the kernel.</a:t>
            </a:r>
          </a:p>
          <a:p>
            <a:pPr>
              <a:spcAft>
                <a:spcPts val="1100"/>
              </a:spcAft>
              <a:defRPr sz="1900">
                <a:solidFill>
                  <a:srgbClr val="F2F5F8"/>
                </a:solidFill>
              </a:defRPr>
            </a:pPr>
            <a:r>
              <a:t>• The library can satisfy several application operations without another system call.</a:t>
            </a:r>
          </a:p>
          <a:p>
            <a:pPr>
              <a:spcAft>
                <a:spcPts val="1100"/>
              </a:spcAft>
              <a:defRPr sz="1700">
                <a:solidFill>
                  <a:srgbClr val="F2F5F8"/>
                </a:solidFill>
              </a:defRPr>
            </a:pPr>
            <a:r>
              <a:t>• That improves efficiency but means an application operation may complete before the underlying descriptor has seen all corresponding output.</a:t>
            </a:r>
          </a:p>
          <a:p>
            <a:pPr>
              <a:spcAft>
                <a:spcPts val="1100"/>
              </a:spcAft>
              <a:defRPr sz="1900">
                <a:solidFill>
                  <a:srgbClr val="F2F5F8"/>
                </a:solidFill>
              </a:defRPr>
            </a:pPr>
            <a:r>
              <a:t>• The buffer has ownership and lifetime requirements.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35.2 User-space buffering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buffer has ownership and lifetime requirements.</a:t>
            </a:r>
          </a:p>
          <a:p>
            <a:pPr>
              <a:spcAft>
                <a:spcPts val="1100"/>
              </a:spcAft>
              <a:defRPr sz="1700">
                <a:solidFill>
                  <a:srgbClr val="F2F5F8"/>
                </a:solidFill>
              </a:defRPr>
            </a:pPr>
            <a:r>
              <a:t>• When supplying storage to an interface such as setvbuf , keep that storage alive for the required duration and configure buffering before performing other stream...</a:t>
            </a:r>
          </a:p>
          <a:p>
            <a:pPr>
              <a:spcAft>
                <a:spcPts val="1100"/>
              </a:spcAft>
              <a:defRPr sz="1900">
                <a:solidFill>
                  <a:srgbClr val="F2F5F8"/>
                </a:solidFill>
              </a:defRPr>
            </a:pPr>
            <a:r>
              <a:t>• Do not use a short-lived local array as a long-lived stream buffer.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35.3 Standard I/O</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 standard-I/O library provides formatted and block-oriented operations such as fprintf , fread , and fwrite .</a:t>
            </a:r>
          </a:p>
          <a:p>
            <a:pPr>
              <a:spcAft>
                <a:spcPts val="1100"/>
              </a:spcAft>
              <a:defRPr sz="1900">
                <a:solidFill>
                  <a:srgbClr val="F2F5F8"/>
                </a:solidFill>
              </a:defRPr>
            </a:pPr>
            <a:r>
              <a:t>• It tracks buffering, position-related state, end-of-file state, and error state.</a:t>
            </a:r>
          </a:p>
          <a:p>
            <a:pPr>
              <a:spcAft>
                <a:spcPts val="1100"/>
              </a:spcAft>
              <a:defRPr sz="1900">
                <a:solidFill>
                  <a:srgbClr val="F2F5F8"/>
                </a:solidFill>
              </a:defRPr>
            </a:pPr>
            <a:r>
              <a:t>• These are library operations, not one-to-one aliases for system calls. [ R8 ]</a:t>
            </a:r>
          </a:p>
          <a:p>
            <a:pPr>
              <a:spcAft>
                <a:spcPts val="1100"/>
              </a:spcAft>
              <a:defRPr sz="1700">
                <a:solidFill>
                  <a:srgbClr val="F2F5F8"/>
                </a:solidFill>
              </a:defRPr>
            </a:pPr>
            <a:r>
              <a:t>• Check the return values appropriate to each interface. fread and fwrite count complete elements, not always raw bytes unless the element size is 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35.3 Standard I/O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Check the return values appropriate to each interface. fread and fwrite count complete elements, not always raw bytes unless the element size is one.</a:t>
            </a:r>
          </a:p>
          <a:p>
            <a:pPr>
              <a:spcAft>
                <a:spcPts val="1100"/>
              </a:spcAft>
              <a:defRPr sz="1900">
                <a:solidFill>
                  <a:srgbClr val="F2F5F8"/>
                </a:solidFill>
              </a:defRPr>
            </a:pPr>
            <a:r>
              <a:t>• A short input result requires distinguishing end of file from an error using stream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35.4 FILE*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FILE* refers to a library-managed stream object.</a:t>
            </a:r>
          </a:p>
          <a:p>
            <a:pPr>
              <a:spcAft>
                <a:spcPts val="1100"/>
              </a:spcAft>
              <a:defRPr sz="1900">
                <a:solidFill>
                  <a:srgbClr val="F2F5F8"/>
                </a:solidFill>
              </a:defRPr>
            </a:pPr>
            <a:r>
              <a:t>• It is not an integer descriptor and must not be passed where an int fd is expected.</a:t>
            </a:r>
          </a:p>
          <a:p>
            <a:pPr>
              <a:spcAft>
                <a:spcPts val="1100"/>
              </a:spcAft>
              <a:defRPr sz="1700">
                <a:solidFill>
                  <a:srgbClr val="F2F5F8"/>
                </a:solidFill>
              </a:defRPr>
            </a:pPr>
            <a:r>
              <a:t>• On POSIX systems, fileno obtains the associated descriptor for supported streams, but mixing raw descriptor operations with buffered stream operations requires careful...</a:t>
            </a:r>
          </a:p>
          <a:p>
            <a:pPr>
              <a:spcAft>
                <a:spcPts val="1100"/>
              </a:spcAft>
              <a:defRPr sz="1900">
                <a:solidFill>
                  <a:srgbClr val="F2F5F8"/>
                </a:solidFill>
              </a:defRPr>
            </a:pPr>
            <a:r>
              <a:t>• The library may have read ahead or retained unwritten output.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35.4 FILE*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library may have read ahead or retained unwritten output.</a:t>
            </a:r>
          </a:p>
          <a:p>
            <a:pPr>
              <a:spcAft>
                <a:spcPts val="1100"/>
              </a:spcAft>
              <a:defRPr sz="1900">
                <a:solidFill>
                  <a:srgbClr val="F2F5F8"/>
                </a:solidFill>
              </a:defRPr>
            </a:pPr>
            <a:r>
              <a:t>• A raw read , write , or lseek can therefore interact with a different logical position than the programmer expects.</a:t>
            </a:r>
          </a:p>
          <a:p>
            <a:pPr>
              <a:spcAft>
                <a:spcPts val="1100"/>
              </a:spcAft>
              <a:defRPr sz="1900">
                <a:solidFill>
                  <a:srgbClr val="F2F5F8"/>
                </a:solidFill>
              </a:defRPr>
            </a:pPr>
            <a:r>
              <a:t>• Prefer one I/O abstraction for a given workflow unless there is a clear synchronization plan.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35.5 Read buffering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Read buffering obtains a block from the underlying endpoint and serves smaller application reads from that block.</a:t>
            </a:r>
          </a:p>
          <a:p>
            <a:pPr>
              <a:spcAft>
                <a:spcPts val="1100"/>
              </a:spcAft>
              <a:defRPr sz="1900">
                <a:solidFill>
                  <a:srgbClr val="F2F5F8"/>
                </a:solidFill>
              </a:defRPr>
            </a:pPr>
            <a:r>
              <a:t>• The descriptor offset may advance beyond the next byte the application will receive from the library buffer.</a:t>
            </a:r>
          </a:p>
          <a:p>
            <a:pPr>
              <a:spcAft>
                <a:spcPts val="1100"/>
              </a:spcAft>
              <a:defRPr sz="1900">
                <a:solidFill>
                  <a:srgbClr val="F2F5F8"/>
                </a:solidFill>
              </a:defRPr>
            </a:pPr>
            <a:r>
              <a:t>• This explains why duplicating a descriptor does not duplicate a FILE* ’s user-space buffer state.</a:t>
            </a:r>
          </a:p>
          <a:p>
            <a:pPr>
              <a:spcAft>
                <a:spcPts val="1100"/>
              </a:spcAft>
              <a:defRPr sz="1900">
                <a:solidFill>
                  <a:srgbClr val="F2F5F8"/>
                </a:solidFill>
              </a:defRPr>
            </a:pPr>
            <a:r>
              <a:t>• It also explains why switching abruptly between buffered and unbuffered reads can appear to skip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35.5 Read buffering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explains why duplicating a descriptor does not duplicate a FILE* ’s user-space buffer state.</a:t>
            </a:r>
          </a:p>
          <a:p>
            <a:pPr>
              <a:spcAft>
                <a:spcPts val="1100"/>
              </a:spcAft>
              <a:defRPr sz="1900">
                <a:solidFill>
                  <a:srgbClr val="F2F5F8"/>
                </a:solidFill>
              </a:defRPr>
            </a:pPr>
            <a:r>
              <a:t>• It also explains why switching abruptly between buffered and unbuffered reads can appear to skip data.</a:t>
            </a:r>
          </a:p>
          <a:p>
            <a:pPr>
              <a:spcAft>
                <a:spcPts val="1100"/>
              </a:spcAft>
              <a:defRPr sz="1900">
                <a:solidFill>
                  <a:srgbClr val="F2F5F8"/>
                </a:solidFill>
              </a:defRPr>
            </a:pPr>
            <a:r>
              <a:t>• The bytes may already be inside the library’s buffer rather than waiting at the kernel offset.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35.6 Write buffering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Write buffering delays or groups output until the buffer fills, a flush occurs, or another defined event requires transfer. fflush requests that buffered output be sent through...</a:t>
            </a:r>
          </a:p>
          <a:p>
            <a:pPr>
              <a:spcAft>
                <a:spcPts val="1100"/>
              </a:spcAft>
              <a:defRPr sz="1900">
                <a:solidFill>
                  <a:srgbClr val="F2F5F8"/>
                </a:solidFill>
              </a:defRPr>
            </a:pPr>
            <a:r>
              <a:t>• fflush does not provide the same durability guarantee as fsync on an appropriate descriptor.</a:t>
            </a:r>
          </a:p>
          <a:p>
            <a:pPr>
              <a:spcAft>
                <a:spcPts val="1100"/>
              </a:spcAft>
              <a:defRPr sz="1900">
                <a:solidFill>
                  <a:srgbClr val="F2F5F8"/>
                </a:solidFill>
              </a:defRPr>
            </a:pPr>
            <a:r>
              <a:t>• It moves data out of the library buffer; the kernel and device may still retain it.</a:t>
            </a:r>
          </a:p>
          <a:p>
            <a:pPr>
              <a:spcAft>
                <a:spcPts val="1100"/>
              </a:spcAft>
              <a:defRPr sz="1900">
                <a:solidFill>
                  <a:srgbClr val="F2F5F8"/>
                </a:solidFill>
              </a:defRPr>
            </a:pPr>
            <a:r>
              <a:t>• Likewise, fclose must be checked because buffered output can fail during final flushing. [ R33 ]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35.6 Write buffering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fflush does not provide the same durability guarantee as fsync on an appropriate descriptor.</a:t>
            </a:r>
          </a:p>
          <a:p>
            <a:pPr>
              <a:spcAft>
                <a:spcPts val="1100"/>
              </a:spcAft>
              <a:defRPr sz="1900">
                <a:solidFill>
                  <a:srgbClr val="F2F5F8"/>
                </a:solidFill>
              </a:defRPr>
            </a:pPr>
            <a:r>
              <a:t>• It moves data out of the library buffer; the kernel and device may still retain it.</a:t>
            </a:r>
          </a:p>
          <a:p>
            <a:pPr>
              <a:spcAft>
                <a:spcPts val="1100"/>
              </a:spcAft>
              <a:defRPr sz="1900">
                <a:solidFill>
                  <a:srgbClr val="F2F5F8"/>
                </a:solidFill>
              </a:defRPr>
            </a:pPr>
            <a:r>
              <a:t>• Likewise, fclose must be checked because buffered output can fail during final flushing. [ R33 ]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35.7 Buffer cache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kernel’s file cache retains file data in memory to avoid repeated device access and to batch writes.</a:t>
            </a:r>
          </a:p>
          <a:p>
            <a:pPr>
              <a:spcAft>
                <a:spcPts val="1100"/>
              </a:spcAft>
              <a:defRPr sz="1900">
                <a:solidFill>
                  <a:srgbClr val="F2F5F8"/>
                </a:solidFill>
              </a:defRPr>
            </a:pPr>
            <a:r>
              <a:t>• On Linux, discussion of ordinary file data commonly centers on the page cache.</a:t>
            </a:r>
          </a:p>
          <a:p>
            <a:pPr>
              <a:spcAft>
                <a:spcPts val="1100"/>
              </a:spcAft>
              <a:defRPr sz="1900">
                <a:solidFill>
                  <a:srgbClr val="F2F5F8"/>
                </a:solidFill>
              </a:defRPr>
            </a:pPr>
            <a:r>
              <a:t>• This cache is distinct from CPU caches and from user-space standard-I/O buffers.</a:t>
            </a:r>
          </a:p>
          <a:p>
            <a:pPr>
              <a:spcAft>
                <a:spcPts val="1100"/>
              </a:spcAft>
              <a:defRPr sz="1700">
                <a:solidFill>
                  <a:srgbClr val="F2F5F8"/>
                </a:solidFill>
              </a:defRPr>
            </a:pPr>
            <a:r>
              <a:t>• A warm-cache benchmark may primarily measure memory copying and kernel paths, while a cold-device benchmark includes storage access.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35.7 Buffer cache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warm-cache benchmark may primarily measure memory copying and kernel paths, while a cold-device benchmark includes storage access.</a:t>
            </a:r>
          </a:p>
          <a:p>
            <a:pPr>
              <a:spcAft>
                <a:spcPts val="1100"/>
              </a:spcAft>
              <a:defRPr sz="1700">
                <a:solidFill>
                  <a:srgbClr val="F2F5F8"/>
                </a:solidFill>
              </a:defRPr>
            </a:pPr>
            <a:r>
              <a:t>• Do not label both simply “disk speed.” State whether the relevant data was cached and avoid globally disruptive cache-manipulation commands in ordinary application labs.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Write, reposition, and read back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following program uses an automatically removed temporary file.</a:t>
            </a:r>
          </a:p>
          <a:p>
            <a:pPr>
              <a:spcAft>
                <a:spcPts val="1100"/>
              </a:spcAft>
              <a:defRPr sz="1700">
                <a:solidFill>
                  <a:srgbClr val="F2F5F8"/>
                </a:solidFill>
              </a:defRPr>
            </a:pPr>
            <a:r>
              <a:t>• It checks output, flushing, positioning, input length, stream error state, and closure. fseek supplies the required positioning transition before reading the update stream...</a:t>
            </a:r>
          </a:p>
          <a:p>
            <a:pPr>
              <a:spcAft>
                <a:spcPts val="1100"/>
              </a:spcAft>
              <a:defRPr sz="1900">
                <a:solidFill>
                  <a:srgbClr val="F2F5F8"/>
                </a:solidFill>
              </a:defRPr>
            </a:pPr>
            <a:r>
              <a:t>• Companion listing: ch35/buffered.c</a:t>
            </a:r>
          </a:p>
          <a:p>
            <a:pPr>
              <a:spcAft>
                <a:spcPts val="1100"/>
              </a:spcAft>
              <a:defRPr sz="1900">
                <a:solidFill>
                  <a:srgbClr val="F2F5F8"/>
                </a:solidFill>
              </a:defRPr>
            </a:pPr>
            <a:r>
              <a:t>• The embedded zero byte verifies that block I/O does not depend on C-string termination.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Write, reposition, and read back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ch35/buffered.c</a:t>
            </a:r>
          </a:p>
          <a:p>
            <a:pPr>
              <a:spcAft>
                <a:spcPts val="1100"/>
              </a:spcAft>
              <a:defRPr sz="1900">
                <a:solidFill>
                  <a:srgbClr val="F2F5F8"/>
                </a:solidFill>
              </a:defRPr>
            </a:pPr>
            <a:r>
              <a:t>• The embedded zero byte verifies that block I/O does not depend on C-string termination.</a:t>
            </a:r>
          </a:p>
          <a:p>
            <a:pPr>
              <a:spcAft>
                <a:spcPts val="1100"/>
              </a:spcAft>
              <a:defRPr sz="1900">
                <a:solidFill>
                  <a:srgbClr val="F2F5F8"/>
                </a:solidFill>
              </a:defRPr>
            </a:pPr>
            <a:r>
              <a:t>• The expected output is buffered I/O checks passed .</a:t>
            </a:r>
          </a:p>
          <a:p>
            <a:pPr>
              <a:spcAft>
                <a:spcPts val="1100"/>
              </a:spcAft>
              <a:defRPr sz="1700">
                <a:solidFill>
                  <a:srgbClr val="F2F5F8"/>
                </a:solidFill>
              </a:defRPr>
            </a:pPr>
            <a:r>
              <a:t>• This is a correctness exercise, not a durability test: it does not call fsync , simulate power loss, or make claims about storage-device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Why buffering reduces calls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Writing 1 byte at a time for 4,096 bytes can require 4,096 system calls if unbuffered.</a:t>
            </a:r>
          </a:p>
          <a:p>
            <a:pPr>
              <a:spcAft>
                <a:spcPts val="1100"/>
              </a:spcAft>
              <a:defRPr sz="1900">
                <a:solidFill>
                  <a:srgbClr val="F2F5F8"/>
                </a:solidFill>
              </a:defRPr>
            </a:pPr>
            <a:r>
              <a:t>• Accumulating those bytes in a 4 KiB user-space buffer can reduce the transfer to roughly one write call.</a:t>
            </a:r>
          </a:p>
          <a:p>
            <a:pPr>
              <a:spcAft>
                <a:spcPts val="1100"/>
              </a:spcAft>
              <a:defRPr sz="1900">
                <a:solidFill>
                  <a:srgbClr val="F2F5F8"/>
                </a:solidFill>
              </a:defRPr>
            </a:pPr>
            <a:r>
              <a:t>• The total data is unchanged, but fixed per-call overhead is amortized across more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Why buffering reduces calls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Writing 1 byte at a time for 4,096 bytes can require 4,096 system calls if unbuffered.</a:t>
            </a:r>
          </a:p>
          <a:p>
            <a:pPr>
              <a:spcAft>
                <a:spcPts val="1100"/>
              </a:spcAft>
              <a:defRPr sz="1900">
                <a:solidFill>
                  <a:srgbClr val="F2F5F8"/>
                </a:solidFill>
              </a:defRPr>
            </a:pPr>
            <a:r>
              <a:t>• Accumulating those bytes in a 4 KiB user-space buffer can reduce the transfer to roughly one write call.</a:t>
            </a:r>
          </a:p>
          <a:p>
            <a:pPr>
              <a:spcAft>
                <a:spcPts val="1100"/>
              </a:spcAft>
              <a:defRPr sz="1900">
                <a:solidFill>
                  <a:srgbClr val="F2F5F8"/>
                </a:solidFill>
              </a:defRPr>
            </a:pPr>
            <a:r>
              <a:t>• The total data is unchanged, but fixed per-call overhead is amortized across more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Flush boundaries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buffered output library may hold bytes in user space until the buffer fills, a flush is requested, the stream closes, or policy triggers a flush.</a:t>
            </a:r>
          </a:p>
          <a:p>
            <a:pPr>
              <a:spcAft>
                <a:spcPts val="1100"/>
              </a:spcAft>
              <a:defRPr sz="1900">
                <a:solidFill>
                  <a:srgbClr val="F2F5F8"/>
                </a:solidFill>
              </a:defRPr>
            </a:pPr>
            <a:r>
              <a:t>• Therefore seeing a successful formatting call does not prove the bytes are already on durable storage.</a:t>
            </a:r>
          </a:p>
          <a:p>
            <a:pPr>
              <a:spcAft>
                <a:spcPts val="1100"/>
              </a:spcAft>
              <a:defRPr sz="1900">
                <a:solidFill>
                  <a:srgbClr val="F2F5F8"/>
                </a:solidFill>
              </a:defRPr>
            </a:pPr>
            <a:r>
              <a:t>• Buffering, kernel caches, and storage persistence are separate stages.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Flush boundaries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buffered output library may hold bytes in user space until the buffer fills, a flush is requested, the stream closes, or policy triggers a flush.</a:t>
            </a:r>
          </a:p>
          <a:p>
            <a:pPr>
              <a:spcAft>
                <a:spcPts val="1100"/>
              </a:spcAft>
              <a:defRPr sz="1900">
                <a:solidFill>
                  <a:srgbClr val="F2F5F8"/>
                </a:solidFill>
              </a:defRPr>
            </a:pPr>
            <a:r>
              <a:t>• Therefore seeing a successful formatting call does not prove the bytes are already on durable storage.</a:t>
            </a:r>
          </a:p>
          <a:p>
            <a:pPr>
              <a:spcAft>
                <a:spcPts val="1100"/>
              </a:spcAft>
              <a:defRPr sz="1900">
                <a:solidFill>
                  <a:srgbClr val="F2F5F8"/>
                </a:solidFill>
              </a:defRPr>
            </a:pPr>
            <a:r>
              <a:t>• Buffering, kernel caches, and storage persistence are separate stages.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35.</a:t>
            </a:r>
          </a:p>
          <a:p>
            <a:pPr>
              <a:spcAft>
                <a:spcPts val="1100"/>
              </a:spcAft>
              <a:defRPr sz="1900">
                <a:solidFill>
                  <a:srgbClr val="F2F5F8"/>
                </a:solidFill>
              </a:defRPr>
            </a:pPr>
            <a:r>
              <a:t>• Increase the payload beyond a typical small stream buffer, retaining an embedded zero byte.</a:t>
            </a:r>
          </a:p>
          <a:p>
            <a:pPr>
              <a:spcAft>
                <a:spcPts val="1100"/>
              </a:spcAft>
              <a:defRPr sz="1900">
                <a:solidFill>
                  <a:srgbClr val="F2F5F8"/>
                </a:solidFill>
              </a:defRPr>
            </a:pPr>
            <a:r>
              <a:t>• Compare the bytes after reading them back.</a:t>
            </a:r>
          </a:p>
          <a:p>
            <a:pPr>
              <a:spcAft>
                <a:spcPts val="1100"/>
              </a:spcAft>
              <a:defRPr sz="1700">
                <a:solidFill>
                  <a:srgbClr val="F2F5F8"/>
                </a:solidFill>
              </a:defRPr>
            </a:pPr>
            <a:r>
              <a:t>• Then write a separate timing experiment with the timed boundary stated explicitly and no terminal output inside the measured loop.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the descriptor offset be ahead of the next buffered input byte?</a:t>
            </a:r>
          </a:p>
          <a:p>
            <a:pPr>
              <a:spcAft>
                <a:spcPts val="1100"/>
              </a:spcAft>
              <a:defRPr sz="1900">
                <a:solidFill>
                  <a:srgbClr val="F2F5F8"/>
                </a:solidFill>
              </a:defRPr>
            </a:pPr>
            <a:r>
              <a:t>• Review 2.</a:t>
            </a:r>
          </a:p>
          <a:p>
            <a:pPr>
              <a:spcAft>
                <a:spcPts val="1100"/>
              </a:spcAft>
              <a:defRPr sz="1900">
                <a:solidFill>
                  <a:srgbClr val="F2F5F8"/>
                </a:solidFill>
              </a:defRPr>
            </a:pPr>
            <a:r>
              <a:t>• What does fflush fail to establish about persistent storage?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buffered i/o.</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Memory-Mapped Files.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35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