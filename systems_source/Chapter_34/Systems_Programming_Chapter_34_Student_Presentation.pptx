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34 — File Descriptors</a:t>
            </a:r>
          </a:p>
          <a:p/>
          <a:p>
            <a:r>
              <a:t>LECTURE NARRATION</a:t>
            </a:r>
          </a:p>
          <a:p>
            <a:r>
              <a:t>A file descriptor is a small nonnegative integer that indexes a process’s descriptor table. It can refer to a regular file, pipe, socket, or other supported object. The descriptor number is meaningful only while that table entry remains open; after closure, the same number can be reused for an unrelated object. The central programming rule is simple: interpret the documented return value of every operation. A request for a certain byte count is not a guarantee that exactly that many bytes moved. Error handling, partial progress, and cleanup are part of the operation’s semantics, not optional additions. [ R11 , R12 , R13 , R47 ]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file descriptor is a small nonnegative integer that indexes a process’s descriptor table.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file descriptor is a small nonnegative integer that indexes a process’s descriptor table. It can refer to a regular file, pipe, socket, or other supported object. The descriptor number is meaningful only while that table entry remains open; after closure, the same number can be reused for an unrelated object. The central programming rule is simple: interpret the documented return value of every operation. A request for a certain byte count is not a guarantee that exactly that many bytes moved. Error handling, partial progress, and cleanup are part of the operation’s semantics, not optional additions. [ R11 , R12 , R13 , R47 ]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file descriptor is a small nonnegative integer that indexes a process’s descriptor table.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34.1 Descriptor tables 34.2 Standard input 34.3 Standard output 34.4 Standard error ...plus 9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34.1 Descriptor tables 34.2 Standard input 34.3 Standard output 34.4 Standard error ...plus 9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34.1 Descriptor tables</a:t>
            </a:r>
          </a:p>
          <a:p/>
          <a:p>
            <a:r>
              <a:t>LECTURE NARRATION</a:t>
            </a:r>
          </a:p>
          <a:p>
            <a:r>
              <a:t>A descriptor-table entry refers to an open file description or another kernel-managed open object. Descriptor flags such as close-on-exec belong to the descriptor, while file status flags and the current offset have their own sharing rules. Treat ownership explicitly. A function that borrows a descriptor must not close it unless the contract transfers ownership. A function that returns a newly opened descriptor must document who closes it. Copying the integer does not create a new kernel reference; dup does.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descriptor-table entry refers to an open file description or another kernel-managed open object.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34.1 Descriptor tables — Deep Dive</a:t>
            </a:r>
          </a:p>
          <a:p/>
          <a:p>
            <a:r>
              <a:t>LECTURE NARRATION</a:t>
            </a:r>
          </a:p>
          <a:p>
            <a:r>
              <a:t>A descriptor-table entry refers to an open file description or another kernel-managed open object. Descriptor flags such as close-on-exec belong to the descriptor, while file status flags and the current offset have their own sharing rules. Treat ownership explicitly. A function that borrows a descriptor must not close it unless the contract transfers ownership. A function that returns a newly opened descriptor must document who closes it. Copying the integer does not create a new kernel reference; dup does.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descriptor-table entry refers to an open file description or another kernel-managed open object.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34.2 Standard input</a:t>
            </a:r>
          </a:p>
          <a:p/>
          <a:p>
            <a:r>
              <a:t>LECTURE NARRATION</a:t>
            </a:r>
          </a:p>
          <a:p>
            <a:r>
              <a:t>Descriptor 0 conventionally represents standard input, accessed through STDIN_FILENO . It may be a terminal, file, pipe, or another redirected source. A program should not assume keyboard input merely because it reads descriptor 0. Reading standard input until end of file makes a utility composable. The same implementation can then process an interactive stream, a redirected file, or a pipeline without knowing which source supplied the bytes.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descriptor 0 conventionally represents standard input, accessed through STDIN_FILENO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34.2 Standard input — Deep Dive</a:t>
            </a:r>
          </a:p>
          <a:p/>
          <a:p>
            <a:r>
              <a:t>LECTURE NARRATION</a:t>
            </a:r>
          </a:p>
          <a:p>
            <a:r>
              <a:t>Descriptor 0 conventionally represents standard input, accessed through STDIN_FILENO . It may be a terminal, file, pipe, or another redirected source. A program should not assume keyboard input merely because it reads descriptor 0. Reading standard input until end of file makes a utility composable. The same implementation can then process an interactive stream, a redirected file, or a pipeline without knowing which source supplied the bytes.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descriptor 0 conventionally represents standard input, accessed through STDIN_FILENO .</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34.3 Standard output</a:t>
            </a:r>
          </a:p>
          <a:p/>
          <a:p>
            <a:r>
              <a:t>LECTURE NARRATION</a:t>
            </a:r>
          </a:p>
          <a:p>
            <a:r>
              <a:t>Descriptor 1 conventionally represents standard output. Machine-readable results should normally go there, while diagnostics go elsewhere. Mixing progress messages into a binary or structured output stream can corrupt downstream processing. A write to standard output can fail or complete partially. Redirection to a full filesystem, a broken pipe, or another failing endpoint changes the result even when the program’s internal calculation succeeded. Output completion is part of overall success.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descriptor 1 conventionally represents standard output.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34.3 Standard output — Deep Dive</a:t>
            </a:r>
          </a:p>
          <a:p/>
          <a:p>
            <a:r>
              <a:t>LECTURE NARRATION</a:t>
            </a:r>
          </a:p>
          <a:p>
            <a:r>
              <a:t>Descriptor 1 conventionally represents standard output. Machine-readable results should normally go there, while diagnostics go elsewhere. Mixing progress messages into a binary or structured output stream can corrupt downstream processing. A write to standard output can fail or complete partially. Redirection to a full filesystem, a broken pipe, or another failing endpoint changes the result even when the program’s internal calculation succeeded. Output completion is part of overall success.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descriptor 1 conventionally represents standard output.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34.4 Standard error</a:t>
            </a:r>
          </a:p>
          <a:p/>
          <a:p>
            <a:r>
              <a:t>LECTURE NARRATION</a:t>
            </a:r>
          </a:p>
          <a:p>
            <a:r>
              <a:t>Descriptor 2 conventionally represents standard error. It gives diagnostics a separate destination from normal output, allowing users to redirect or capture them independently. Separation is a convention supported by descriptor setup, not a guarantee of distinct physical devices. A shell can redirect both descriptors to one file. Diagnostic code should also avoid overwriting the original error information before reporting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descriptor 2 conventionally represents standard error.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34.4 Standard error — Deep Dive</a:t>
            </a:r>
          </a:p>
          <a:p/>
          <a:p>
            <a:r>
              <a:t>LECTURE NARRATION</a:t>
            </a:r>
          </a:p>
          <a:p>
            <a:r>
              <a:t>Descriptor 2 conventionally represents standard error. It gives diagnostics a separate destination from normal output, allowing users to redirect or capture them independently. Separation is a convention supported by descriptor setup, not a guarantee of distinct physical devices. A shell can redirect both descriptors to one file. Diagnostic code should also avoid overwriting the original error information before reporting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descriptor 2 conventionally represents standard error.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34.5 open</a:t>
            </a:r>
          </a:p>
          <a:p/>
          <a:p>
            <a:r>
              <a:t>LECTURE NARRATION</a:t>
            </a:r>
          </a:p>
          <a:p>
            <a:r>
              <a:t>open resolves a pathname and requests access with specified flags. It returns a descriptor on success and -1 on failure. Creation flags require a permission mode, which is affected by the process’s file-creation mask and other applicable policy. [ R47 ] Choose destructive behavior deliberately. O_TRUNC can discard existing contents; O_EXCL with creation can require that a new name be created. O_CLOEXEC establishes close-on-exec atomically with opening on the reference platform, avoiding a separate setup window in multithreaded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open resolves a pathname and requests access with specified flags.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34.5 open — Deep Dive</a:t>
            </a:r>
          </a:p>
          <a:p/>
          <a:p>
            <a:r>
              <a:t>LECTURE NARRATION</a:t>
            </a:r>
          </a:p>
          <a:p>
            <a:r>
              <a:t>open resolves a pathname and requests access with specified flags. It returns a descriptor on success and -1 on failure. Creation flags require a permission mode, which is affected by the process’s file-creation mask and other applicable policy. [ R47 ] Choose destructive behavior deliberately. O_TRUNC can discard existing contents; O_EXCL with creation can require that a new name be created. O_CLOEXEC establishes close-on-exec atomically with opening on the reference platform, avoiding a separate setup window in multithreaded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open resolves a pathname and requests access with specified flags.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34.6 read</a:t>
            </a:r>
          </a:p>
          <a:p/>
          <a:p>
            <a:r>
              <a:t>LECTURE NARRATION</a:t>
            </a:r>
          </a:p>
          <a:p>
            <a:r>
              <a:t>read(fd, buffer, count) returns a nonnegative byte count or -1 on error. A positive result smaller than count is a successful short read. For a positive requested count, zero indicates end of file for the stream-oriented uses considered here. [ R11 ] On EINTR , retry when the operation’s contract and cancellation policy call for it. On a nonblocking descriptor, EAGAIN or EWOULDBLOCK means that readiness must be awaited; a tight retry loop merely wastes CPU. Never process bytes beyond the returned count.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read(fd, buffer, count) returns a nonnegative byte count or -1 on error.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34.6 read — Deep Dive</a:t>
            </a:r>
          </a:p>
          <a:p/>
          <a:p>
            <a:r>
              <a:t>LECTURE NARRATION</a:t>
            </a:r>
          </a:p>
          <a:p>
            <a:r>
              <a:t>read(fd, buffer, count) returns a nonnegative byte count or -1 on error. A positive result smaller than count is a successful short read. For a positive requested count, zero indicates end of file for the stream-oriented uses considered here. [ R11 ] On EINTR , retry when the operation’s contract and cancellation policy call for it. On a nonblocking descriptor, EAGAIN or EWOULDBLOCK means that readiness must be awaited; a tight retry loop merely wastes CPU. Never process bytes beyond the returned count.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read(fd, buffer, count) returns a nonnegative byte count or -1 on error.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34.7 write</a:t>
            </a:r>
          </a:p>
          <a:p/>
          <a:p>
            <a:r>
              <a:t>LECTURE NARRATION</a:t>
            </a:r>
          </a:p>
          <a:p>
            <a:r>
              <a:t>write can transfer fewer bytes than requested. A complete-transfer helper advances the pointer and reduces the remaining count after each positive result. A failure after earlier progress does not roll those bytes back. [ R12 ] Keep individual request sizes within the interface’s supported range. The helper below is used only with small bounded buffers on blocking descriptors. It treats a zero-byte result for a positive remaining request as a failure to make progress. Broken-pipe signal behavior is a separate policy discussed in Chapter 40.</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write can transfer fewer bytes than requested.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34.7 write — Deep Dive</a:t>
            </a:r>
          </a:p>
          <a:p/>
          <a:p>
            <a:r>
              <a:t>LECTURE NARRATION</a:t>
            </a:r>
          </a:p>
          <a:p>
            <a:r>
              <a:t>write can transfer fewer bytes than requested. A complete-transfer helper advances the pointer and reduces the remaining count after each positive result. A failure after earlier progress does not roll those bytes back. [ R12 ] Keep individual request sizes within the interface’s supported range. The helper below is used only with small bounded buffers on blocking descriptors. It treats a zero-byte result for a positive remaining request as a failure to make progress. Broken-pipe signal behavior is a separate policy discussed in Chapter 40.</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write can transfer fewer bytes than requested.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34.8 close</a:t>
            </a:r>
          </a:p>
          <a:p/>
          <a:p>
            <a:r>
              <a:t>LECTURE NARRATION</a:t>
            </a:r>
          </a:p>
          <a:p>
            <a:r>
              <a:t>close releases a descriptor reference and can report errors associated with outstanding I/O. On Linux, do not blindly retry close after an error: the descriptor number may already have been released and reused. A retry could close an unrelated resource. [ R13 ] This is a documented portability boundary. POSIX.1-2024 specifies different EINTR behavior from Linux’s established behavior. The examples in this book use the Linux rule explicitly rather than presenting one retry pattern as universal. Closing also does not by itself establish durable storage.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close releases a descriptor reference and can report errors associated with outstanding I/O.</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34.8 close — Deep Dive</a:t>
            </a:r>
          </a:p>
          <a:p/>
          <a:p>
            <a:r>
              <a:t>LECTURE NARRATION</a:t>
            </a:r>
          </a:p>
          <a:p>
            <a:r>
              <a:t>close releases a descriptor reference and can report errors associated with outstanding I/O. On Linux, do not blindly retry close after an error: the descriptor number may already have been released and reused. A retry could close an unrelated resource. [ R13 ] This is a documented portability boundary. POSIX.1-2024 specifies different EINTR behavior from Linux’s established behavior. The examples in this book use the Linux rule explicitly rather than presenting one retry pattern as universal. Closing also does not by itself establish durable storage.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close releases a descriptor reference and can report errors associated with outstanding I/O.</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34.9 lseek</a:t>
            </a:r>
          </a:p>
          <a:p/>
          <a:p>
            <a:r>
              <a:t>LECTURE NARRATION</a:t>
            </a:r>
          </a:p>
          <a:p>
            <a:r>
              <a:t>lseek changes or queries the current offset of a seekable open file description. Its return type is off_t , and failure is indicated by (off_t)-1 . Pipes and sockets are not ordinary seekable files. Changing a shared offset affects other descriptors referring to the same open file description. When independent operations must not interfere through the current position, consider positional I/O or separate open descriptions instead of surrounding every operation with fragile seek/read sequences.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lseek changes or queries the current offset of a seekable open file description.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34.9 lseek — Deep Dive</a:t>
            </a:r>
          </a:p>
          <a:p/>
          <a:p>
            <a:r>
              <a:t>LECTURE NARRATION</a:t>
            </a:r>
          </a:p>
          <a:p>
            <a:r>
              <a:t>lseek changes or queries the current offset of a seekable open file description. Its return type is off_t , and failure is indicated by (off_t)-1 . Pipes and sockets are not ordinary seekable files. Changing a shared offset affects other descriptors referring to the same open file description. When independent operations must not interfere through the current position, consider positional I/O or separate open descriptions instead of surrounding every operation with fragile seek/read sequences.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lseek changes or queries the current offset of a seekable open file description.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A complete-transfer copy loop</a:t>
            </a:r>
          </a:p>
          <a:p/>
          <a:p>
            <a:r>
              <a:t>LECTURE NARRATION</a:t>
            </a:r>
          </a:p>
          <a:p>
            <a:r>
              <a:t>This utility copies standard input to standard output without assuming that a read fills its buffer or that a write consumes the entire request. It does not promise durable output, nonblocking support, or custom broken-pipe handling. Companion listing: ch34/copy.c For input bytes systems\n , the output must be exactly the same eight bytes. For an empty input, the program emits nothing and succeeds. A binary test should include zero bytes and data larger than 4096 bytes to verify that the implementation does not accidentally treat input as a C string or stop after one iteration.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utility copies standard input to standard output without assuming that a read fills its buffer or that a write consumes the entire request.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A complete-transfer copy loop — Deep Dive</a:t>
            </a:r>
          </a:p>
          <a:p/>
          <a:p>
            <a:r>
              <a:t>LECTURE NARRATION</a:t>
            </a:r>
          </a:p>
          <a:p>
            <a:r>
              <a:t>This utility copies standard input to standard output without assuming that a read fills its buffer or that a write consumes the entire request. It does not promise durable output, nonblocking support, or custom broken-pipe handling. Companion listing: ch34/copy.c For input bytes systems\n , the output must be exactly the same eight bytes. For an empty input, the program emits nothing and succeeds. A binary test should include zero bytes and data larger than 4096 bytes to verify that the implementation does not accidentally treat input as a C string or stop after one iteration.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utility copies standard input to standard output without assuming that a read fills its buffer or that a write consumes the entire request.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Robust read loop</a:t>
            </a:r>
          </a:p>
          <a:p/>
          <a:p>
            <a:r>
              <a:t>LECTURE NARRATION</a:t>
            </a:r>
          </a:p>
          <a:p>
            <a:r>
              <a:t>A call to read(fd,buf,4096) may legally return fewer than 4096 bytes even before end of file. A robust loop advances by the number returned, retries when appropriate after interruption, stops on zero for EOF, and handles negative results as errors. One successful call is not a contract for full-buffer delivery.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call to read(fd,buf,4096) may legally return fewer than 4096 bytes even before end of file.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Robust read loop — Deep Dive</a:t>
            </a:r>
          </a:p>
          <a:p/>
          <a:p>
            <a:r>
              <a:t>LECTURE NARRATION</a:t>
            </a:r>
          </a:p>
          <a:p>
            <a:r>
              <a:t>A call to read(fd,buf,4096) may legally return fewer than 4096 bytes even before end of file. A robust loop advances by the number returned, retries when appropriate after interruption, stops on zero for EOF, and handles negative results as errors. One successful call is not a contract for full-buffer delivery.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call to read(fd,buf,4096) may legally return fewer than 4096 bytes even before end of file.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Duplicated descriptors share an open file description</a:t>
            </a:r>
          </a:p>
          <a:p/>
          <a:p>
            <a:r>
              <a:t>LECTURE NARRATION</a:t>
            </a:r>
          </a:p>
          <a:p>
            <a:r>
              <a:t>After dup(fd) , the two descriptor numbers refer to the same underlying open file description on POSIX systems. Advancing the file offset through one affects the offset observed through the other. The descriptor table entries are distinct, but some underlying state is shared.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Duplicated descriptors share an open file description — Deep Dive</a:t>
            </a:r>
          </a:p>
          <a:p/>
          <a:p>
            <a:r>
              <a:t>LECTURE NARRATION</a:t>
            </a:r>
          </a:p>
          <a:p>
            <a:r>
              <a:t>After dup(fd) , the two descriptor numbers refer to the same underlying open file description on POSIX systems. Advancing the file offset through one affects the offset observed through the other. The descriptor table entries are distinct, but some underlying state is shared.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Guided lab and review</a:t>
            </a:r>
          </a:p>
          <a:p/>
          <a:p>
            <a:r>
              <a:t>LECTURE NARRATION</a:t>
            </a:r>
          </a:p>
          <a:p>
            <a:r>
              <a:t>Lab 34. Test the utility with empty input, eight text bytes, embedded zero bytes, and a 10,000-byte generated payload. Compare output byte-for-byte. Explain which tests exercise repeated reads and which test only the successful small-input path. Review 1. Why is a copied descriptor integer not a duplicated descriptor? Review 2. Why is a short write not automatically an error?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34.</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Guided lab and review — Deep Dive</a:t>
            </a:r>
          </a:p>
          <a:p/>
          <a:p>
            <a:r>
              <a:t>LECTURE NARRATION</a:t>
            </a:r>
          </a:p>
          <a:p>
            <a:r>
              <a:t>Lab 34. Test the utility with empty input, eight text bytes, embedded zero bytes, and a 10,000-byte generated payload. Compare output byte-for-byte. Explain which tests exercise repeated reads and which test only the successful small-input path. Review 1. Why is a copied descriptor integer not a duplicated descriptor? Review 2. Why is a short write not automatically an error?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34.</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Chapter Synthesis</a:t>
            </a:r>
          </a:p>
          <a:p/>
          <a:p>
            <a:r>
              <a:t>LECTURE NARRATION</a:t>
            </a:r>
          </a:p>
          <a:p>
            <a:r>
              <a:t>The chapter's central subject is file descriptors.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file descriptors.</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Buffered I/O.</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34 — File Descriptors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file descriptor is a small nonnegative integer that indexes a process’s descriptor table.</a:t>
            </a:r>
          </a:p>
          <a:p>
            <a:pPr>
              <a:spcAft>
                <a:spcPts val="1100"/>
              </a:spcAft>
              <a:defRPr sz="1900">
                <a:solidFill>
                  <a:srgbClr val="F2F5F8"/>
                </a:solidFill>
              </a:defRPr>
            </a:pPr>
            <a:r>
              <a:t>• It can refer to a regular file, pipe, socket, or other supported object.</a:t>
            </a:r>
          </a:p>
          <a:p>
            <a:pPr>
              <a:spcAft>
                <a:spcPts val="1100"/>
              </a:spcAft>
              <a:defRPr sz="1700">
                <a:solidFill>
                  <a:srgbClr val="F2F5F8"/>
                </a:solidFill>
              </a:defRPr>
            </a:pPr>
            <a:r>
              <a:t>• The descriptor number is meaningful only while that table entry remains open; after closure, the same number can be reused for an unrelated object.</a:t>
            </a:r>
          </a:p>
          <a:p>
            <a:pPr>
              <a:spcAft>
                <a:spcPts val="1100"/>
              </a:spcAft>
              <a:defRPr sz="1900">
                <a:solidFill>
                  <a:srgbClr val="F2F5F8"/>
                </a:solidFill>
              </a:defRPr>
            </a:pPr>
            <a:r>
              <a:t>• The central programming rule is simple: interpret the documented return value of every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File Descriptors.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34.1 Descriptor tables</a:t>
            </a:r>
          </a:p>
          <a:p>
            <a:pPr>
              <a:spcAft>
                <a:spcPts val="1100"/>
              </a:spcAft>
              <a:defRPr sz="1900">
                <a:solidFill>
                  <a:srgbClr val="F2F5F8"/>
                </a:solidFill>
              </a:defRPr>
            </a:pPr>
            <a:r>
              <a:t>• 34.2 Standard input</a:t>
            </a:r>
          </a:p>
          <a:p>
            <a:pPr>
              <a:spcAft>
                <a:spcPts val="1100"/>
              </a:spcAft>
              <a:defRPr sz="1900">
                <a:solidFill>
                  <a:srgbClr val="F2F5F8"/>
                </a:solidFill>
              </a:defRPr>
            </a:pPr>
            <a:r>
              <a:t>• 34.3 Standard output</a:t>
            </a:r>
          </a:p>
          <a:p>
            <a:pPr>
              <a:spcAft>
                <a:spcPts val="1100"/>
              </a:spcAft>
              <a:defRPr sz="1900">
                <a:solidFill>
                  <a:srgbClr val="F2F5F8"/>
                </a:solidFill>
              </a:defRPr>
            </a:pPr>
            <a:r>
              <a:t>• 34.4 Standard error</a:t>
            </a:r>
          </a:p>
          <a:p>
            <a:pPr>
              <a:spcAft>
                <a:spcPts val="1100"/>
              </a:spcAft>
              <a:defRPr sz="1900">
                <a:solidFill>
                  <a:srgbClr val="F2F5F8"/>
                </a:solidFill>
              </a:defRPr>
            </a:pPr>
            <a:r>
              <a:t>• ...plus 9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34.1 Descriptor tables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descriptor-table entry refers to an open file description or another kernel-managed open object.</a:t>
            </a:r>
          </a:p>
          <a:p>
            <a:pPr>
              <a:spcAft>
                <a:spcPts val="1100"/>
              </a:spcAft>
              <a:defRPr sz="1700">
                <a:solidFill>
                  <a:srgbClr val="F2F5F8"/>
                </a:solidFill>
              </a:defRPr>
            </a:pPr>
            <a:r>
              <a:t>• Descriptor flags such as close-on-exec belong to the descriptor, while file status flags and the current offset have their own sharing rules.</a:t>
            </a:r>
          </a:p>
          <a:p>
            <a:pPr>
              <a:spcAft>
                <a:spcPts val="1100"/>
              </a:spcAft>
              <a:defRPr sz="1900">
                <a:solidFill>
                  <a:srgbClr val="F2F5F8"/>
                </a:solidFill>
              </a:defRPr>
            </a:pPr>
            <a:r>
              <a:t>• Treat ownership explicitly.</a:t>
            </a:r>
          </a:p>
          <a:p>
            <a:pPr>
              <a:spcAft>
                <a:spcPts val="1100"/>
              </a:spcAft>
              <a:defRPr sz="1900">
                <a:solidFill>
                  <a:srgbClr val="F2F5F8"/>
                </a:solidFill>
              </a:defRPr>
            </a:pPr>
            <a:r>
              <a:t>• A function that borrows a descriptor must not close it unless the contract transfers ownership.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34.1 Descriptor tables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Treat ownership explicitly.</a:t>
            </a:r>
          </a:p>
          <a:p>
            <a:pPr>
              <a:spcAft>
                <a:spcPts val="1100"/>
              </a:spcAft>
              <a:defRPr sz="1900">
                <a:solidFill>
                  <a:srgbClr val="F2F5F8"/>
                </a:solidFill>
              </a:defRPr>
            </a:pPr>
            <a:r>
              <a:t>• A function that borrows a descriptor must not close it unless the contract transfers ownership.</a:t>
            </a:r>
          </a:p>
          <a:p>
            <a:pPr>
              <a:spcAft>
                <a:spcPts val="1100"/>
              </a:spcAft>
              <a:defRPr sz="1900">
                <a:solidFill>
                  <a:srgbClr val="F2F5F8"/>
                </a:solidFill>
              </a:defRPr>
            </a:pPr>
            <a:r>
              <a:t>• A function that returns a newly opened descriptor must document who closes it.</a:t>
            </a:r>
          </a:p>
          <a:p>
            <a:pPr>
              <a:spcAft>
                <a:spcPts val="1100"/>
              </a:spcAft>
              <a:defRPr sz="1900">
                <a:solidFill>
                  <a:srgbClr val="F2F5F8"/>
                </a:solidFill>
              </a:defRPr>
            </a:pPr>
            <a:r>
              <a:t>• Copying the integer does not create a new kernel reference; dup does.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34.2 Standard input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Descriptor 0 conventionally represents standard input, accessed through STDIN_FILENO .</a:t>
            </a:r>
          </a:p>
          <a:p>
            <a:pPr>
              <a:spcAft>
                <a:spcPts val="1100"/>
              </a:spcAft>
              <a:defRPr sz="1900">
                <a:solidFill>
                  <a:srgbClr val="F2F5F8"/>
                </a:solidFill>
              </a:defRPr>
            </a:pPr>
            <a:r>
              <a:t>• It may be a terminal, file, pipe, or another redirected source.</a:t>
            </a:r>
          </a:p>
          <a:p>
            <a:pPr>
              <a:spcAft>
                <a:spcPts val="1100"/>
              </a:spcAft>
              <a:defRPr sz="1900">
                <a:solidFill>
                  <a:srgbClr val="F2F5F8"/>
                </a:solidFill>
              </a:defRPr>
            </a:pPr>
            <a:r>
              <a:t>• A program should not assume keyboard input merely because it reads descriptor 0.</a:t>
            </a:r>
          </a:p>
          <a:p>
            <a:pPr>
              <a:spcAft>
                <a:spcPts val="1100"/>
              </a:spcAft>
              <a:defRPr sz="1900">
                <a:solidFill>
                  <a:srgbClr val="F2F5F8"/>
                </a:solidFill>
              </a:defRPr>
            </a:pPr>
            <a:r>
              <a:t>• Reading standard input until end of file makes a utility composable.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34.2 Standard input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Reading standard input until end of file makes a utility composable.</a:t>
            </a:r>
          </a:p>
          <a:p>
            <a:pPr>
              <a:spcAft>
                <a:spcPts val="1100"/>
              </a:spcAft>
              <a:defRPr sz="1700">
                <a:solidFill>
                  <a:srgbClr val="F2F5F8"/>
                </a:solidFill>
              </a:defRPr>
            </a:pPr>
            <a:r>
              <a:t>• The same implementation can then process an interactive stream, a redirected file, or a pipeline without knowing which source supplied the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34.3 Standard output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Descriptor 1 conventionally represents standard output.</a:t>
            </a:r>
          </a:p>
          <a:p>
            <a:pPr>
              <a:spcAft>
                <a:spcPts val="1100"/>
              </a:spcAft>
              <a:defRPr sz="1900">
                <a:solidFill>
                  <a:srgbClr val="F2F5F8"/>
                </a:solidFill>
              </a:defRPr>
            </a:pPr>
            <a:r>
              <a:t>• Machine-readable results should normally go there, while diagnostics go elsewhere.</a:t>
            </a:r>
          </a:p>
          <a:p>
            <a:pPr>
              <a:spcAft>
                <a:spcPts val="1100"/>
              </a:spcAft>
              <a:defRPr sz="1900">
                <a:solidFill>
                  <a:srgbClr val="F2F5F8"/>
                </a:solidFill>
              </a:defRPr>
            </a:pPr>
            <a:r>
              <a:t>• Mixing progress messages into a binary or structured output stream can corrupt downstream processing.</a:t>
            </a:r>
          </a:p>
          <a:p>
            <a:pPr>
              <a:spcAft>
                <a:spcPts val="1100"/>
              </a:spcAft>
              <a:defRPr sz="1900">
                <a:solidFill>
                  <a:srgbClr val="F2F5F8"/>
                </a:solidFill>
              </a:defRPr>
            </a:pPr>
            <a:r>
              <a:t>• A write to standard output can fail or complete partially.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34.3 Standard output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write to standard output can fail or complete partially.</a:t>
            </a:r>
          </a:p>
          <a:p>
            <a:pPr>
              <a:spcAft>
                <a:spcPts val="1100"/>
              </a:spcAft>
              <a:defRPr sz="1700">
                <a:solidFill>
                  <a:srgbClr val="F2F5F8"/>
                </a:solidFill>
              </a:defRPr>
            </a:pPr>
            <a:r>
              <a:t>• Redirection to a full filesystem, a broken pipe, or another failing endpoint changes the result even when the program’s internal calculation succeeded.</a:t>
            </a:r>
          </a:p>
          <a:p>
            <a:pPr>
              <a:spcAft>
                <a:spcPts val="1100"/>
              </a:spcAft>
              <a:defRPr sz="1900">
                <a:solidFill>
                  <a:srgbClr val="F2F5F8"/>
                </a:solidFill>
              </a:defRPr>
            </a:pPr>
            <a:r>
              <a:t>• Output completion is part of overall success.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34.4 Standard error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Descriptor 2 conventionally represents standard error.</a:t>
            </a:r>
          </a:p>
          <a:p>
            <a:pPr>
              <a:spcAft>
                <a:spcPts val="1100"/>
              </a:spcAft>
              <a:defRPr sz="1700">
                <a:solidFill>
                  <a:srgbClr val="F2F5F8"/>
                </a:solidFill>
              </a:defRPr>
            </a:pPr>
            <a:r>
              <a:t>• It gives diagnostics a separate destination from normal output, allowing users to redirect or capture them independently.</a:t>
            </a:r>
          </a:p>
          <a:p>
            <a:pPr>
              <a:spcAft>
                <a:spcPts val="1100"/>
              </a:spcAft>
              <a:defRPr sz="1900">
                <a:solidFill>
                  <a:srgbClr val="F2F5F8"/>
                </a:solidFill>
              </a:defRPr>
            </a:pPr>
            <a:r>
              <a:t>• Separation is a convention supported by descriptor setup, not a guarantee of distinct physical devices.</a:t>
            </a:r>
          </a:p>
          <a:p>
            <a:pPr>
              <a:spcAft>
                <a:spcPts val="1100"/>
              </a:spcAft>
              <a:defRPr sz="1900">
                <a:solidFill>
                  <a:srgbClr val="F2F5F8"/>
                </a:solidFill>
              </a:defRPr>
            </a:pPr>
            <a:r>
              <a:t>• A shell can redirect both descriptors to one file.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34.4 Standard error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Separation is a convention supported by descriptor setup, not a guarantee of distinct physical devices.</a:t>
            </a:r>
          </a:p>
          <a:p>
            <a:pPr>
              <a:spcAft>
                <a:spcPts val="1100"/>
              </a:spcAft>
              <a:defRPr sz="1900">
                <a:solidFill>
                  <a:srgbClr val="F2F5F8"/>
                </a:solidFill>
              </a:defRPr>
            </a:pPr>
            <a:r>
              <a:t>• A shell can redirect both descriptors to one file.</a:t>
            </a:r>
          </a:p>
          <a:p>
            <a:pPr>
              <a:spcAft>
                <a:spcPts val="1100"/>
              </a:spcAft>
              <a:defRPr sz="1900">
                <a:solidFill>
                  <a:srgbClr val="F2F5F8"/>
                </a:solidFill>
              </a:defRPr>
            </a:pPr>
            <a:r>
              <a:t>• Diagnostic code should also avoid overwriting the original error information before reporting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34.5 open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open resolves a pathname and requests access with specified flags.</a:t>
            </a:r>
          </a:p>
          <a:p>
            <a:pPr>
              <a:spcAft>
                <a:spcPts val="1100"/>
              </a:spcAft>
              <a:defRPr sz="1900">
                <a:solidFill>
                  <a:srgbClr val="F2F5F8"/>
                </a:solidFill>
              </a:defRPr>
            </a:pPr>
            <a:r>
              <a:t>• It returns a descriptor on success and -1 on failure.</a:t>
            </a:r>
          </a:p>
          <a:p>
            <a:pPr>
              <a:spcAft>
                <a:spcPts val="1100"/>
              </a:spcAft>
              <a:defRPr sz="1700">
                <a:solidFill>
                  <a:srgbClr val="F2F5F8"/>
                </a:solidFill>
              </a:defRPr>
            </a:pPr>
            <a:r>
              <a:t>• Creation flags require a permission mode, which is affected by the process’s file-creation mask and other applicable policy. [ R47 ]</a:t>
            </a:r>
          </a:p>
          <a:p>
            <a:pPr>
              <a:spcAft>
                <a:spcPts val="1100"/>
              </a:spcAft>
              <a:defRPr sz="1900">
                <a:solidFill>
                  <a:srgbClr val="F2F5F8"/>
                </a:solidFill>
              </a:defRPr>
            </a:pPr>
            <a:r>
              <a:t>• Choose destructive behavior deliberately.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34.5 open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Choose destructive behavior deliberately.</a:t>
            </a:r>
          </a:p>
          <a:p>
            <a:pPr>
              <a:spcAft>
                <a:spcPts val="1100"/>
              </a:spcAft>
              <a:defRPr sz="1900">
                <a:solidFill>
                  <a:srgbClr val="F2F5F8"/>
                </a:solidFill>
              </a:defRPr>
            </a:pPr>
            <a:r>
              <a:t>• O_TRUNC can discard existing contents; O_EXCL with creation can require that a new name be created.</a:t>
            </a:r>
          </a:p>
          <a:p>
            <a:pPr>
              <a:spcAft>
                <a:spcPts val="1100"/>
              </a:spcAft>
              <a:defRPr sz="1700">
                <a:solidFill>
                  <a:srgbClr val="F2F5F8"/>
                </a:solidFill>
              </a:defRPr>
            </a:pPr>
            <a:r>
              <a:t>• O_CLOEXEC establishes close-on-exec atomically with opening on the reference platform, avoiding a separate setup window in multithreaded code.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34.6 read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read(fd, buffer, count) returns a nonnegative byte count or -1 on error.</a:t>
            </a:r>
          </a:p>
          <a:p>
            <a:pPr>
              <a:spcAft>
                <a:spcPts val="1100"/>
              </a:spcAft>
              <a:defRPr sz="1900">
                <a:solidFill>
                  <a:srgbClr val="F2F5F8"/>
                </a:solidFill>
              </a:defRPr>
            </a:pPr>
            <a:r>
              <a:t>• A positive result smaller than count is a successful short read.</a:t>
            </a:r>
          </a:p>
          <a:p>
            <a:pPr>
              <a:spcAft>
                <a:spcPts val="1100"/>
              </a:spcAft>
              <a:defRPr sz="1900">
                <a:solidFill>
                  <a:srgbClr val="F2F5F8"/>
                </a:solidFill>
              </a:defRPr>
            </a:pPr>
            <a:r>
              <a:t>• For a positive requested count, zero indicates end of file for the stream-oriented uses considered here. [ R11 ]</a:t>
            </a:r>
          </a:p>
          <a:p>
            <a:pPr>
              <a:spcAft>
                <a:spcPts val="1100"/>
              </a:spcAft>
              <a:defRPr sz="1900">
                <a:solidFill>
                  <a:srgbClr val="F2F5F8"/>
                </a:solidFill>
              </a:defRPr>
            </a:pPr>
            <a:r>
              <a:t>• On EINTR , retry when the operation’s contract and cancellation policy call for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34.6 read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 EINTR , retry when the operation’s contract and cancellation policy call for it.</a:t>
            </a:r>
          </a:p>
          <a:p>
            <a:pPr>
              <a:spcAft>
                <a:spcPts val="1100"/>
              </a:spcAft>
              <a:defRPr sz="1700">
                <a:solidFill>
                  <a:srgbClr val="F2F5F8"/>
                </a:solidFill>
              </a:defRPr>
            </a:pPr>
            <a:r>
              <a:t>• On a nonblocking descriptor, EAGAIN or EWOULDBLOCK means that readiness must be awaited; a tight retry loop merely wastes CPU.</a:t>
            </a:r>
          </a:p>
          <a:p>
            <a:pPr>
              <a:spcAft>
                <a:spcPts val="1100"/>
              </a:spcAft>
              <a:defRPr sz="1900">
                <a:solidFill>
                  <a:srgbClr val="F2F5F8"/>
                </a:solidFill>
              </a:defRPr>
            </a:pPr>
            <a:r>
              <a:t>• Never process bytes beyond the returned count.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34.7 write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write can transfer fewer bytes than requested.</a:t>
            </a:r>
          </a:p>
          <a:p>
            <a:pPr>
              <a:spcAft>
                <a:spcPts val="1100"/>
              </a:spcAft>
              <a:defRPr sz="1900">
                <a:solidFill>
                  <a:srgbClr val="F2F5F8"/>
                </a:solidFill>
              </a:defRPr>
            </a:pPr>
            <a:r>
              <a:t>• A complete-transfer helper advances the pointer and reduces the remaining count after each positive result.</a:t>
            </a:r>
          </a:p>
          <a:p>
            <a:pPr>
              <a:spcAft>
                <a:spcPts val="1100"/>
              </a:spcAft>
              <a:defRPr sz="1900">
                <a:solidFill>
                  <a:srgbClr val="F2F5F8"/>
                </a:solidFill>
              </a:defRPr>
            </a:pPr>
            <a:r>
              <a:t>• A failure after earlier progress does not roll those bytes back. [ R12 ]</a:t>
            </a:r>
          </a:p>
          <a:p>
            <a:pPr>
              <a:spcAft>
                <a:spcPts val="1100"/>
              </a:spcAft>
              <a:defRPr sz="1900">
                <a:solidFill>
                  <a:srgbClr val="F2F5F8"/>
                </a:solidFill>
              </a:defRPr>
            </a:pPr>
            <a:r>
              <a:t>• Keep individual request sizes within the interface’s supported range.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34.7 write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Keep individual request sizes within the interface’s supported range.</a:t>
            </a:r>
          </a:p>
          <a:p>
            <a:pPr>
              <a:spcAft>
                <a:spcPts val="1100"/>
              </a:spcAft>
              <a:defRPr sz="1900">
                <a:solidFill>
                  <a:srgbClr val="F2F5F8"/>
                </a:solidFill>
              </a:defRPr>
            </a:pPr>
            <a:r>
              <a:t>• The helper below is used only with small bounded buffers on blocking descriptors.</a:t>
            </a:r>
          </a:p>
          <a:p>
            <a:pPr>
              <a:spcAft>
                <a:spcPts val="1100"/>
              </a:spcAft>
              <a:defRPr sz="1900">
                <a:solidFill>
                  <a:srgbClr val="F2F5F8"/>
                </a:solidFill>
              </a:defRPr>
            </a:pPr>
            <a:r>
              <a:t>• It treats a zero-byte result for a positive remaining request as a failure to make progress.</a:t>
            </a:r>
          </a:p>
          <a:p>
            <a:pPr>
              <a:spcAft>
                <a:spcPts val="1100"/>
              </a:spcAft>
              <a:defRPr sz="1900">
                <a:solidFill>
                  <a:srgbClr val="F2F5F8"/>
                </a:solidFill>
              </a:defRPr>
            </a:pPr>
            <a:r>
              <a:t>• Broken-pipe signal behavior is a separate policy discussed in Chapter 40.</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34.8 close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close releases a descriptor reference and can report errors associated with outstanding I/O.</a:t>
            </a:r>
          </a:p>
          <a:p>
            <a:pPr>
              <a:spcAft>
                <a:spcPts val="1100"/>
              </a:spcAft>
              <a:defRPr sz="1900">
                <a:solidFill>
                  <a:srgbClr val="F2F5F8"/>
                </a:solidFill>
              </a:defRPr>
            </a:pPr>
            <a:r>
              <a:t>• On Linux, do not blindly retry close after an error: the descriptor number may already have been released and reused.</a:t>
            </a:r>
          </a:p>
          <a:p>
            <a:pPr>
              <a:spcAft>
                <a:spcPts val="1100"/>
              </a:spcAft>
              <a:defRPr sz="1900">
                <a:solidFill>
                  <a:srgbClr val="F2F5F8"/>
                </a:solidFill>
              </a:defRPr>
            </a:pPr>
            <a:r>
              <a:t>• A retry could close an unrelated resource. [ R13 ]</a:t>
            </a:r>
          </a:p>
          <a:p>
            <a:pPr>
              <a:spcAft>
                <a:spcPts val="1100"/>
              </a:spcAft>
              <a:defRPr sz="1900">
                <a:solidFill>
                  <a:srgbClr val="F2F5F8"/>
                </a:solidFill>
              </a:defRPr>
            </a:pPr>
            <a:r>
              <a:t>• This is a documented portability boundary.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34.8 close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is a documented portability boundary.</a:t>
            </a:r>
          </a:p>
          <a:p>
            <a:pPr>
              <a:spcAft>
                <a:spcPts val="1100"/>
              </a:spcAft>
              <a:defRPr sz="1900">
                <a:solidFill>
                  <a:srgbClr val="F2F5F8"/>
                </a:solidFill>
              </a:defRPr>
            </a:pPr>
            <a:r>
              <a:t>• POSIX.1-2024 specifies different EINTR behavior from Linux’s established behavior.</a:t>
            </a:r>
          </a:p>
          <a:p>
            <a:pPr>
              <a:spcAft>
                <a:spcPts val="1100"/>
              </a:spcAft>
              <a:defRPr sz="1900">
                <a:solidFill>
                  <a:srgbClr val="F2F5F8"/>
                </a:solidFill>
              </a:defRPr>
            </a:pPr>
            <a:r>
              <a:t>• The examples in this book use the Linux rule explicitly rather than presenting one retry pattern as universal.</a:t>
            </a:r>
          </a:p>
          <a:p>
            <a:pPr>
              <a:spcAft>
                <a:spcPts val="1100"/>
              </a:spcAft>
              <a:defRPr sz="1900">
                <a:solidFill>
                  <a:srgbClr val="F2F5F8"/>
                </a:solidFill>
              </a:defRPr>
            </a:pPr>
            <a:r>
              <a:t>• Closing also does not by itself establish durable storage.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34.9 lseek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lseek changes or queries the current offset of a seekable open file description.</a:t>
            </a:r>
          </a:p>
          <a:p>
            <a:pPr>
              <a:spcAft>
                <a:spcPts val="1100"/>
              </a:spcAft>
              <a:defRPr sz="1900">
                <a:solidFill>
                  <a:srgbClr val="F2F5F8"/>
                </a:solidFill>
              </a:defRPr>
            </a:pPr>
            <a:r>
              <a:t>• Its return type is off_t , and failure is indicated by (off_t)-1 .</a:t>
            </a:r>
          </a:p>
          <a:p>
            <a:pPr>
              <a:spcAft>
                <a:spcPts val="1100"/>
              </a:spcAft>
              <a:defRPr sz="1900">
                <a:solidFill>
                  <a:srgbClr val="F2F5F8"/>
                </a:solidFill>
              </a:defRPr>
            </a:pPr>
            <a:r>
              <a:t>• Pipes and sockets are not ordinary seekable files.</a:t>
            </a:r>
          </a:p>
          <a:p>
            <a:pPr>
              <a:spcAft>
                <a:spcPts val="1100"/>
              </a:spcAft>
              <a:defRPr sz="1900">
                <a:solidFill>
                  <a:srgbClr val="F2F5F8"/>
                </a:solidFill>
              </a:defRPr>
            </a:pPr>
            <a:r>
              <a:t>• Changing a shared offset affects other descriptors referring to the same open file description.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34.9 lseek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Changing a shared offset affects other descriptors referring to the same open file description.</a:t>
            </a:r>
          </a:p>
          <a:p>
            <a:pPr>
              <a:spcAft>
                <a:spcPts val="1100"/>
              </a:spcAft>
              <a:defRPr sz="1700">
                <a:solidFill>
                  <a:srgbClr val="F2F5F8"/>
                </a:solidFill>
              </a:defRPr>
            </a:pPr>
            <a:r>
              <a:t>• When independent operations must not interfere through the current position, consider positional I/O or separate open descriptions instead of surrounding every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complete-transfer copy loop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This utility copies standard input to standard output without assuming that a read fills its buffer or that a write consumes the entire request.</a:t>
            </a:r>
          </a:p>
          <a:p>
            <a:pPr>
              <a:spcAft>
                <a:spcPts val="1100"/>
              </a:spcAft>
              <a:defRPr sz="1900">
                <a:solidFill>
                  <a:srgbClr val="F2F5F8"/>
                </a:solidFill>
              </a:defRPr>
            </a:pPr>
            <a:r>
              <a:t>• It does not promise durable output, nonblocking support, or custom broken-pipe handling.</a:t>
            </a:r>
          </a:p>
          <a:p>
            <a:pPr>
              <a:spcAft>
                <a:spcPts val="1100"/>
              </a:spcAft>
              <a:defRPr sz="1900">
                <a:solidFill>
                  <a:srgbClr val="F2F5F8"/>
                </a:solidFill>
              </a:defRPr>
            </a:pPr>
            <a:r>
              <a:t>• Companion listing: ch34/copy.c</a:t>
            </a:r>
          </a:p>
          <a:p>
            <a:pPr>
              <a:spcAft>
                <a:spcPts val="1100"/>
              </a:spcAft>
              <a:defRPr sz="1900">
                <a:solidFill>
                  <a:srgbClr val="F2F5F8"/>
                </a:solidFill>
              </a:defRPr>
            </a:pPr>
            <a:r>
              <a:t>• For input bytes systems\n , the output must be exactly the same eight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complete-transfer copy loop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ch34/copy.c</a:t>
            </a:r>
          </a:p>
          <a:p>
            <a:pPr>
              <a:spcAft>
                <a:spcPts val="1100"/>
              </a:spcAft>
              <a:defRPr sz="1900">
                <a:solidFill>
                  <a:srgbClr val="F2F5F8"/>
                </a:solidFill>
              </a:defRPr>
            </a:pPr>
            <a:r>
              <a:t>• For input bytes systems\n , the output must be exactly the same eight bytes.</a:t>
            </a:r>
          </a:p>
          <a:p>
            <a:pPr>
              <a:spcAft>
                <a:spcPts val="1100"/>
              </a:spcAft>
              <a:defRPr sz="1900">
                <a:solidFill>
                  <a:srgbClr val="F2F5F8"/>
                </a:solidFill>
              </a:defRPr>
            </a:pPr>
            <a:r>
              <a:t>• For an empty input, the program emits nothing and succeeds.</a:t>
            </a:r>
          </a:p>
          <a:p>
            <a:pPr>
              <a:spcAft>
                <a:spcPts val="1100"/>
              </a:spcAft>
              <a:defRPr sz="1700">
                <a:solidFill>
                  <a:srgbClr val="F2F5F8"/>
                </a:solidFill>
              </a:defRPr>
            </a:pPr>
            <a:r>
              <a:t>• A binary test should include zero bytes and data larger than 4096 bytes to verify that the implementation does not accidentally treat input as a C string or stop after 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Robust read loop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call to read(fd,buf,4096) may legally return fewer than 4096 bytes even before end of file.</a:t>
            </a:r>
          </a:p>
          <a:p>
            <a:pPr>
              <a:spcAft>
                <a:spcPts val="1100"/>
              </a:spcAft>
              <a:defRPr sz="1700">
                <a:solidFill>
                  <a:srgbClr val="F2F5F8"/>
                </a:solidFill>
              </a:defRPr>
            </a:pPr>
            <a:r>
              <a:t>• A robust loop advances by the number returned, retries when appropriate after interruption, stops on zero for EOF, and handles negative results as errors.</a:t>
            </a:r>
          </a:p>
          <a:p>
            <a:pPr>
              <a:spcAft>
                <a:spcPts val="1100"/>
              </a:spcAft>
              <a:defRPr sz="1900">
                <a:solidFill>
                  <a:srgbClr val="F2F5F8"/>
                </a:solidFill>
              </a:defRPr>
            </a:pPr>
            <a:r>
              <a:t>• One successful call is not a contract for full-buffer delivery.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Robust read loop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call to read(fd,buf,4096) may legally return fewer than 4096 bytes even before end of file.</a:t>
            </a:r>
          </a:p>
          <a:p>
            <a:pPr>
              <a:spcAft>
                <a:spcPts val="1100"/>
              </a:spcAft>
              <a:defRPr sz="1700">
                <a:solidFill>
                  <a:srgbClr val="F2F5F8"/>
                </a:solidFill>
              </a:defRPr>
            </a:pPr>
            <a:r>
              <a:t>• A robust loop advances by the number returned, retries when appropriate after interruption, stops on zero for EOF, and handles negative results as errors.</a:t>
            </a:r>
          </a:p>
          <a:p>
            <a:pPr>
              <a:spcAft>
                <a:spcPts val="1100"/>
              </a:spcAft>
              <a:defRPr sz="1900">
                <a:solidFill>
                  <a:srgbClr val="F2F5F8"/>
                </a:solidFill>
              </a:defRPr>
            </a:pPr>
            <a:r>
              <a:t>• One successful call is not a contract for full-buffer delivery.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Duplicated descriptors share an open file description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dup(fd) , the two descriptor numbers refer to the same underlying open file description on POSIX systems.</a:t>
            </a:r>
          </a:p>
          <a:p>
            <a:pPr>
              <a:spcAft>
                <a:spcPts val="1100"/>
              </a:spcAft>
              <a:defRPr sz="1900">
                <a:solidFill>
                  <a:srgbClr val="F2F5F8"/>
                </a:solidFill>
              </a:defRPr>
            </a:pPr>
            <a:r>
              <a:t>• Advancing the file offset through one affects the offset observed through the other.</a:t>
            </a:r>
          </a:p>
          <a:p>
            <a:pPr>
              <a:spcAft>
                <a:spcPts val="1100"/>
              </a:spcAft>
              <a:defRPr sz="1900">
                <a:solidFill>
                  <a:srgbClr val="F2F5F8"/>
                </a:solidFill>
              </a:defRPr>
            </a:pPr>
            <a:r>
              <a:t>• The descriptor table entries are distinct, but some underlying state is shared.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Duplicated descriptors share an open file description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dup(fd) , the two descriptor numbers refer to the same underlying open file description on POSIX systems.</a:t>
            </a:r>
          </a:p>
          <a:p>
            <a:pPr>
              <a:spcAft>
                <a:spcPts val="1100"/>
              </a:spcAft>
              <a:defRPr sz="1900">
                <a:solidFill>
                  <a:srgbClr val="F2F5F8"/>
                </a:solidFill>
              </a:defRPr>
            </a:pPr>
            <a:r>
              <a:t>• Advancing the file offset through one affects the offset observed through the other.</a:t>
            </a:r>
          </a:p>
          <a:p>
            <a:pPr>
              <a:spcAft>
                <a:spcPts val="1100"/>
              </a:spcAft>
              <a:defRPr sz="1900">
                <a:solidFill>
                  <a:srgbClr val="F2F5F8"/>
                </a:solidFill>
              </a:defRPr>
            </a:pPr>
            <a:r>
              <a:t>• The descriptor table entries are distinct, but some underlying state is shared.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34.</a:t>
            </a:r>
          </a:p>
          <a:p>
            <a:pPr>
              <a:spcAft>
                <a:spcPts val="1100"/>
              </a:spcAft>
              <a:defRPr sz="1900">
                <a:solidFill>
                  <a:srgbClr val="F2F5F8"/>
                </a:solidFill>
              </a:defRPr>
            </a:pPr>
            <a:r>
              <a:t>• Test the utility with empty input, eight text bytes, embedded zero bytes, and a 10,000-byte generated payload.</a:t>
            </a:r>
          </a:p>
          <a:p>
            <a:pPr>
              <a:spcAft>
                <a:spcPts val="1100"/>
              </a:spcAft>
              <a:defRPr sz="1900">
                <a:solidFill>
                  <a:srgbClr val="F2F5F8"/>
                </a:solidFill>
              </a:defRPr>
            </a:pPr>
            <a:r>
              <a:t>• Compare output byte-for-byte.</a:t>
            </a:r>
          </a:p>
          <a:p>
            <a:pPr>
              <a:spcAft>
                <a:spcPts val="1100"/>
              </a:spcAft>
              <a:defRPr sz="1900">
                <a:solidFill>
                  <a:srgbClr val="F2F5F8"/>
                </a:solidFill>
              </a:defRPr>
            </a:pPr>
            <a:r>
              <a:t>• Explain which tests exercise repeated reads and which test only the successful small-input path.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is a copied descriptor integer not a duplicated descriptor?</a:t>
            </a:r>
          </a:p>
          <a:p>
            <a:pPr>
              <a:spcAft>
                <a:spcPts val="1100"/>
              </a:spcAft>
              <a:defRPr sz="1900">
                <a:solidFill>
                  <a:srgbClr val="F2F5F8"/>
                </a:solidFill>
              </a:defRPr>
            </a:pPr>
            <a:r>
              <a:t>• Review 2.</a:t>
            </a:r>
          </a:p>
          <a:p>
            <a:pPr>
              <a:spcAft>
                <a:spcPts val="1100"/>
              </a:spcAft>
              <a:defRPr sz="1900">
                <a:solidFill>
                  <a:srgbClr val="F2F5F8"/>
                </a:solidFill>
              </a:defRPr>
            </a:pPr>
            <a:r>
              <a:t>• Why is a short write not automatically an error?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file descriptors.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Buffered I/O.</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34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