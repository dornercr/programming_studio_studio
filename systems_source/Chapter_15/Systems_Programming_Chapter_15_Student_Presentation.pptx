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15 — Assembly Arithmetic</a:t>
            </a:r>
          </a:p>
          <a:p/>
          <a:p>
            <a:r>
              <a:t>LECTURE NARRATION</a:t>
            </a:r>
          </a:p>
          <a:p>
            <a:r>
              <a:t>Machine arithmetic operates on fixed-width patterns and updates architectural state. Signed and unsigned interpretations sometimes share the same low-bit result but differ in comparisons, extension, division, and overflow interpretation. The source-language rules still determine which arithmetic a compiler may assume is valid.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machine arithmetic operates on fixed-width patterns and updates architectural state.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Machine arithmetic operates on fixed-width patterns and updates architectural state. Signed and unsigned interpretations sometimes share the same low-bit result but differ in comparisons, extension, division, and overflow interpretation. The source-language rules still determine which arithmetic a compiler may assume is valid.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machine arithmetic operates on fixed-width patterns and updates architectural state.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15.1 Addition 15.2 Subtraction 15.3 Multiplication 15.4 Division ...plus 9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15.1 Addition 15.2 Subtraction 15.3 Multiplication 15.4 Division ...plus 9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15.1 Addition</a:t>
            </a:r>
          </a:p>
          <a:p/>
          <a:p>
            <a:r>
              <a:t>LECTURE NARRATION</a:t>
            </a:r>
          </a:p>
          <a:p>
            <a:r>
              <a:t>addq source, destination adds 64-bit operands and stores the low 64 bits in the destination. It updates condition flags, including carry and signed overflow indicators. A register-memory form also performs the relevant memory access. The low-bit addition result can serve either signed or unsigned interpretation. Carry indicates unsigned overflow beyond the width; overflow indicates that the signed result cannot be represented. These flags answer different questions. An assembly routine exposing checked arithmetic must return or branch on the appropriate condition rather than assuming the caller can inspect flags after an ordinary C call.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addq source, destination adds 64-bit operands and stores the low 64 bits in the destination.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15.1 Addition — Deep Dive</a:t>
            </a:r>
          </a:p>
          <a:p/>
          <a:p>
            <a:r>
              <a:t>LECTURE NARRATION</a:t>
            </a:r>
          </a:p>
          <a:p>
            <a:r>
              <a:t>addq source, destination adds 64-bit operands and stores the low 64 bits in the destination. It updates condition flags, including carry and signed overflow indicators. A register-memory form also performs the relevant memory access. The low-bit addition result can serve either signed or unsigned interpretation. Carry indicates unsigned overflow beyond the width; overflow indicates that the signed result cannot be represented. These flags answer different questions. An assembly routine exposing checked arithmetic must return or branch on the appropriate condition rather than assuming the caller can inspect flags after an ordinary C call.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addq source, destination adds 64-bit operands and stores the low 64 bits in the destination.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15.2 Subtraction</a:t>
            </a:r>
          </a:p>
          <a:p/>
          <a:p>
            <a:r>
              <a:t>LECTURE NARRATION</a:t>
            </a:r>
          </a:p>
          <a:p>
            <a:r>
              <a:t>subq source, destination computes destination minus source. This operand order is easy to reverse when switching between AT&amp;T and Intel syntax. The result updates flags used by both arithmetic and comparisons. Subtraction underlies cmp , which computes flags without retaining the result. For unsigned order, carry-related conditions describe borrow behavior. For signed order, the sign and overflow relationship matters. A raw negative-looking high bit is not enough to establish the result of a signed comparison after overflow-sensitive subtraction.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subq source, destination computes destination minus source.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15.2 Subtraction — Deep Dive</a:t>
            </a:r>
          </a:p>
          <a:p/>
          <a:p>
            <a:r>
              <a:t>LECTURE NARRATION</a:t>
            </a:r>
          </a:p>
          <a:p>
            <a:r>
              <a:t>subq source, destination computes destination minus source. This operand order is easy to reverse when switching between AT&amp;T and Intel syntax. The result updates flags used by both arithmetic and comparisons. Subtraction underlies cmp , which computes flags without retaining the result. For unsigned order, carry-related conditions describe borrow behavior. For signed order, the sign and overflow relationship matters. A raw negative-looking high bit is not enough to establish the result of a signed comparison after overflow-sensitive subtraction.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subq source, destination computes destination minus source.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15.3 Multiplication</a:t>
            </a:r>
          </a:p>
          <a:p/>
          <a:p>
            <a:r>
              <a:t>LECTURE NARRATION</a:t>
            </a:r>
          </a:p>
          <a:p>
            <a:r>
              <a:t>The imul family supports signed multiplication in several forms. Two-operand forms retain the low-width result, while one-operand forms can produce a double-width result using implicit registers. Unsigned mul also uses implicit accumulator registers for full-width products. The low w bits of a product are the same under signed and unsigned modular interpretations of the input patterns. The high half and overflow interpretation differ. A compiler can therefore use a signed-named multiply instruction for some unsigned low-result calculations. Read the instruction’s actual result width and use, not only its mnemonic’s historical label.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imul family supports signed multiplication in several forms.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15.3 Multiplication — Deep Dive</a:t>
            </a:r>
          </a:p>
          <a:p/>
          <a:p>
            <a:r>
              <a:t>LECTURE NARRATION</a:t>
            </a:r>
          </a:p>
          <a:p>
            <a:r>
              <a:t>The imul family supports signed multiplication in several forms. Two-operand forms retain the low-width result, while one-operand forms can produce a double-width result using implicit registers. Unsigned mul also uses implicit accumulator registers for full-width products. The low w bits of a product are the same under signed and unsigned modular interpretations of the input patterns. The high half and overflow interpretation differ. A compiler can therefore use a signed-named multiply instruction for some unsigned low-result calculations. Read the instruction’s actual result width and use, not only its mnemonic’s historical label.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imul family supports signed multiplication in several forms.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15.4 Division</a:t>
            </a:r>
          </a:p>
          <a:p/>
          <a:p>
            <a:r>
              <a:t>LECTURE NARRATION</a:t>
            </a:r>
          </a:p>
          <a:p>
            <a:r>
              <a:t>For 64-bit signed idivq , the dividend is in %rdx:%rax , the divisor is the explicit operand, the quotient is returned in %rax , and the remainder in %rdx . cqto sign-extends %rax into %rdx when dividing an ordinary signed 64-bit dividend. The instruction faults for a zero divisor or an unrepresentable quotient. It does not return an ordinary error code. Validate the input contract before executing it when building a checked interface. For unsigned divq of a 64-bit value, a zero high half is typically prepared, but only when that matches the intended double-width dividend.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64-bit signed idivq , the dividend is in %rdx:%rax , the divisor is the explicit operand, the quotient is returned in %rax , and the remainder in %rdx . cqto sign-extends %rax into %rdx when dividing an ordinary signed 64-bit dividend.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15.4 Division — Deep Dive</a:t>
            </a:r>
          </a:p>
          <a:p/>
          <a:p>
            <a:r>
              <a:t>LECTURE NARRATION</a:t>
            </a:r>
          </a:p>
          <a:p>
            <a:r>
              <a:t>For 64-bit signed idivq , the dividend is in %rdx:%rax , the divisor is the explicit operand, the quotient is returned in %rax , and the remainder in %rdx . cqto sign-extends %rax into %rdx when dividing an ordinary signed 64-bit dividend. The instruction faults for a zero divisor or an unrepresentable quotient. It does not return an ordinary error code. Validate the input contract before executing it when building a checked interface. For unsigned divq of a 64-bit value, a zero high half is typically prepared, but only when that matches the intended double-width dividend.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64-bit signed idivq , the dividend is in %rdx:%rax , the divisor is the explicit operand, the quotient is returned in %rax , and the remainder in %rdx . cqto sign-extends %rax into %rdx when dividing an ordinary signed 64-bit dividend.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15.5 Increment/decrement</a:t>
            </a:r>
          </a:p>
          <a:p/>
          <a:p>
            <a:r>
              <a:t>LECTURE NARRATION</a:t>
            </a:r>
          </a:p>
          <a:p>
            <a:r>
              <a:t>inc and dec add or subtract one. They update several arithmetic flags but do not update the carry flag. This difference can matter when a later instruction consumes carry from an earlier operation. A compiler may choose add $1 or sub $1 instead, depending on code size, dependencies, and target tuning. Do not use instruction spelling as the sole measure of efficiency. The surrounding flag dependencies and pipeline behavior can be more important than the apparent simplicity of “increment.”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inc and dec add or subtract one.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15.5 Increment/decrement — Deep Dive</a:t>
            </a:r>
          </a:p>
          <a:p/>
          <a:p>
            <a:r>
              <a:t>LECTURE NARRATION</a:t>
            </a:r>
          </a:p>
          <a:p>
            <a:r>
              <a:t>inc and dec add or subtract one. They update several arithmetic flags but do not update the carry flag. This difference can matter when a later instruction consumes carry from an earlier operation. A compiler may choose add $1 or sub $1 instead, depending on code size, dependencies, and target tuning. Do not use instruction spelling as the sole measure of efficiency. The surrounding flag dependencies and pipeline behavior can be more important than the apparent simplicity of “increment.”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inc and dec add or subtract one.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15.6 AND</a:t>
            </a:r>
          </a:p>
          <a:p/>
          <a:p>
            <a:r>
              <a:t>LECTURE NARRATION</a:t>
            </a:r>
          </a:p>
          <a:p>
            <a:r>
              <a:t>and computes a bitwise intersection and updates status flags based on the result, while clearing carry and overflow in the ordinary instruction semantics. It is useful for masking and alignment calculations. Masking an address down to a boundary is a numeric operation, not a proof that the resulting address is an owned object. In allocator code, the masked or rounded address must still lie inside the managed region. In security-sensitive parsing, masking a length may silently truncate an invalid input rather than reject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and computes a bitwise intersection and updates status flags based on the result, while clearing carry and overflow in the ordinary instruction semantics.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15.6 AND — Deep Dive</a:t>
            </a:r>
          </a:p>
          <a:p/>
          <a:p>
            <a:r>
              <a:t>LECTURE NARRATION</a:t>
            </a:r>
          </a:p>
          <a:p>
            <a:r>
              <a:t>and computes a bitwise intersection and updates status flags based on the result, while clearing carry and overflow in the ordinary instruction semantics. It is useful for masking and alignment calculations. Masking an address down to a boundary is a numeric operation, not a proof that the resulting address is an owned object. In allocator code, the masked or rounded address must still lie inside the managed region. In security-sensitive parsing, masking a length may silently truncate an invalid input rather than reject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and computes a bitwise intersection and updates status flags based on the result, while clearing carry and overflow in the ordinary instruction semantics.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15.7 OR</a:t>
            </a:r>
          </a:p>
          <a:p/>
          <a:p>
            <a:r>
              <a:t>LECTURE NARRATION</a:t>
            </a:r>
          </a:p>
          <a:p>
            <a:r>
              <a:t>or combines set bits and updates flags from the result. It can set selected flag bits in an ordinary data word or combine nonoverlapping fields. Like other non-atomic memory read-modify-write instructions, an ordinary or to shared memory is not automatically a valid language-level synchronization operation. A locked machine instruction can provide particular atomic hardware behavior, but handwritten synchronization also needs compiler and language ordering guarantees. Prefer standard atomic interfaces for application code so the compiler understands the concurrency contract.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or combines set bits and updates flags from the result.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15.7 OR — Deep Dive</a:t>
            </a:r>
          </a:p>
          <a:p/>
          <a:p>
            <a:r>
              <a:t>LECTURE NARRATION</a:t>
            </a:r>
          </a:p>
          <a:p>
            <a:r>
              <a:t>or combines set bits and updates flags from the result. It can set selected flag bits in an ordinary data word or combine nonoverlapping fields. Like other non-atomic memory read-modify-write instructions, an ordinary or to shared memory is not automatically a valid language-level synchronization operation. A locked machine instruction can provide particular atomic hardware behavior, but handwritten synchronization also needs compiler and language ordering guarantees. Prefer standard atomic interfaces for application code so the compiler understands the concurrency contract.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or combines set bits and updates flags from the result.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15.8 XOR</a:t>
            </a:r>
          </a:p>
          <a:p/>
          <a:p>
            <a:r>
              <a:t>LECTURE NARRATION</a:t>
            </a:r>
          </a:p>
          <a:p>
            <a:r>
              <a:t>xor toggles differing bits. A common zeroing idiom is xorl %eax, %eax , which produces a full zero in %rax because a 32-bit register write clears the high half. It also changes flags, so it cannot be inserted between a comparison and a branch without considering that dependency. A zeroing idiom may be recognized specially by the microarchitecture, but its correctness follows from the architectural XOR result. A programmer should first establish that zero is the required value and that flag changes are harmless. Performance tuning follows only after those conditions are satisfied.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xor toggles differing bits.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15.8 XOR — Deep Dive</a:t>
            </a:r>
          </a:p>
          <a:p/>
          <a:p>
            <a:r>
              <a:t>LECTURE NARRATION</a:t>
            </a:r>
          </a:p>
          <a:p>
            <a:r>
              <a:t>xor toggles differing bits. A common zeroing idiom is xorl %eax, %eax , which produces a full zero in %rax because a 32-bit register write clears the high half. It also changes flags, so it cannot be inserted between a comparison and a branch without considering that dependency. A zeroing idiom may be recognized specially by the microarchitecture, but its correctness follows from the architectural XOR result. A programmer should first establish that zero is the required value and that flag changes are harmless. Performance tuning follows only after those conditions are satisfied.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xor toggles differing bits.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15.9 Shifts</a:t>
            </a:r>
          </a:p>
          <a:p/>
          <a:p>
            <a:r>
              <a:t>LECTURE NARRATION</a:t>
            </a:r>
          </a:p>
          <a:p>
            <a:r>
              <a:t>Logical shifts move bits and fill with zeros; arithmetic right shift replicates the sign bit. In AT&amp;T syntax, shl or sal names left shift, shr logical right shift, and sar arithmetic right shift. Traditional variable counts use %cl . x86 masks shift counts according to operand width, but C and C++ source shifts with out-of-range counts are not thereby made valid. Hardware behavior is not a substitute for language preconditions. Likewise, arithmetic right shift of a negative value rounds differently from signed division by a positive power of two when the value is not evenly divisible. [ R3 , R36 ]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logical shifts move bits and fill with zeros; arithmetic right shift replicates the sign bit.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15.9 Shifts — Deep Dive</a:t>
            </a:r>
          </a:p>
          <a:p/>
          <a:p>
            <a:r>
              <a:t>LECTURE NARRATION</a:t>
            </a:r>
          </a:p>
          <a:p>
            <a:r>
              <a:t>Logical shifts move bits and fill with zeros; arithmetic right shift replicates the sign bit. In AT&amp;T syntax, shl or sal names left shift, shr logical right shift, and sar arithmetic right shift. Traditional variable counts use %cl . x86 masks shift counts according to operand width, but C and C++ source shifts with out-of-range counts are not thereby made valid. Hardware behavior is not a substitute for language preconditions. Likewise, arithmetic right shift of a negative value rounds differently from signed division by a positive power of two when the value is not evenly divisible. [ R3 , R36 ]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logical shifts move bits and fill with zeros; arithmetic right shift replicates the sign bit.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Signed division with explicit preparation</a:t>
            </a:r>
          </a:p>
          <a:p/>
          <a:p>
            <a:r>
              <a:t>LECTURE NARRATION</a:t>
            </a:r>
          </a:p>
          <a:p>
            <a:r>
              <a:t>The requirement is to divide -29 by 6. The mathematical quotient truncated toward zero is -4, and the remainder is -5 because -29 = (-4)*6 + (-5) . Companion listing: ch15/divide.S Companion listing: ch15/main.c Before idivq , %rax holds the two’s-complement pattern for -29 and %rdx is all ones. This pair represents the sign-extended dividend. Afterward %rax is -4 and %rdx is -5. Clearing %rdx instead would describe a large positive double-width number, not -29, and could cause a quotient-overflow fault.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divide -29 by 6.</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Signed division with explicit preparation — Deep Dive</a:t>
            </a:r>
          </a:p>
          <a:p/>
          <a:p>
            <a:r>
              <a:t>LECTURE NARRATION</a:t>
            </a:r>
          </a:p>
          <a:p>
            <a:r>
              <a:t>The requirement is to divide -29 by 6. The mathematical quotient truncated toward zero is -4, and the remainder is -5 because -29 = (-4)*6 + (-5) . Companion listing: ch15/divide.S Companion listing: ch15/main.c Before idivq , %rax holds the two’s-complement pattern for -29 and %rdx is all ones. This pair represents the sign-extended dividend. Afterward %rax is -4 and %rdx is -5. Clearing %rdx instead would describe a large positive double-width number, not -29, and could cause a quotient-overflow fault.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divide -29 by 6.</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Shifting to multiply</a:t>
            </a:r>
          </a:p>
          <a:p/>
          <a:p>
            <a:r>
              <a:t>LECTURE NARRATION</a:t>
            </a:r>
          </a:p>
          <a:p>
            <a:r>
              <a:t>For unsigned integers where overflow behavior is acceptable, shifting left by 3 multiplies by 8: 7 &lt;&lt; 3 = 56 . A compiler may replace multiplication by a power of two with a shift when semantics permit. For signed values, overflow and negative operands require more care because language rules constrain valid transformations.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unsigned integers where overflow behavior is acceptable, shifting left by 3 multiplies by 8: 7 &lt;&lt; 3 = 56 .</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Shifting to multiply — Deep Dive</a:t>
            </a:r>
          </a:p>
          <a:p/>
          <a:p>
            <a:r>
              <a:t>LECTURE NARRATION</a:t>
            </a:r>
          </a:p>
          <a:p>
            <a:r>
              <a:t>For unsigned integers where overflow behavior is acceptable, shifting left by 3 multiplies by 8: 7 &lt;&lt; 3 = 56 . A compiler may replace multiplication by a power of two with a shift when semantics permit. For signed values, overflow and negative operands require more care because language rules constrain valid transformations.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unsigned integers where overflow behavior is acceptable, shifting left by 3 multiplies by 8: 7 &lt;&lt; 3 = 56 .</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Signed division setup</a:t>
            </a:r>
          </a:p>
          <a:p/>
          <a:p>
            <a:r>
              <a:t>LECTURE NARRATION</a:t>
            </a:r>
          </a:p>
          <a:p>
            <a:r>
              <a:t>On x86-64, signed division uses a double-width dividend spread across rdx:rax . Before dividing a signed 64-bit value in rax , cqo sign-extends it into rdx . After idiv , the quotient is in rax and remainder in rdx . Failing to prepare the high half correctly changes the dividend.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on x86-64, signed division uses a double-width dividend spread across rdx:rax .</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Signed division setup — Deep Dive</a:t>
            </a:r>
          </a:p>
          <a:p/>
          <a:p>
            <a:r>
              <a:t>LECTURE NARRATION</a:t>
            </a:r>
          </a:p>
          <a:p>
            <a:r>
              <a:t>On x86-64, signed division uses a double-width dividend spread across rdx:rax . Before dividing a signed 64-bit value in rax , cqo sign-extends it into rdx . After idiv , the quotient is in rax and remainder in rdx . Failing to prepare the high half correctly changes the dividend.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on x86-64, signed division uses a double-width dividend spread across rdx:rax .</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Guided lab and review</a:t>
            </a:r>
          </a:p>
          <a:p/>
          <a:p>
            <a:r>
              <a:t>LECTURE NARRATION</a:t>
            </a:r>
          </a:p>
          <a:p>
            <a:r>
              <a:t>Lab 15. Extend the routine to store the remainder through a third pointer argument after preserving that pointer away from %rdx , which division overwrites. Test all sign combinations of 29 and 6 and verify a == q*b + r . Review 1. Why does arithmetic right shift of -7 by one differ from -7 / 2 ? Review 2. Why are carry and signed overflow different flags?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15.</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Guided lab and review — Deep Dive</a:t>
            </a:r>
          </a:p>
          <a:p/>
          <a:p>
            <a:r>
              <a:t>LECTURE NARRATION</a:t>
            </a:r>
          </a:p>
          <a:p>
            <a:r>
              <a:t>Lab 15. Extend the routine to store the remainder through a third pointer argument after preserving that pointer away from %rdx , which division overwrites. Test all sign combinations of 29 and 6 and verify a == q*b + r . Review 1. Why does arithmetic right shift of -7 by one differ from -7 / 2 ? Review 2. Why are carry and signed overflow different flags?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15.</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Chapter Synthesis</a:t>
            </a:r>
          </a:p>
          <a:p/>
          <a:p>
            <a:r>
              <a:t>LECTURE NARRATION</a:t>
            </a:r>
          </a:p>
          <a:p>
            <a:r>
              <a:t>The chapter's central subject is assembly arithmetic.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assembly arithmetic.</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Machine Control Flow.</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15 — Assembly Arithmetic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Machine arithmetic operates on fixed-width patterns and updates architectural state.</a:t>
            </a:r>
          </a:p>
          <a:p>
            <a:pPr>
              <a:spcAft>
                <a:spcPts val="1100"/>
              </a:spcAft>
              <a:defRPr sz="1700">
                <a:solidFill>
                  <a:srgbClr val="F2F5F8"/>
                </a:solidFill>
              </a:defRPr>
            </a:pPr>
            <a:r>
              <a:t>• Signed and unsigned interpretations sometimes share the same low-bit result but differ in comparisons, extension, division, and overflow interpretation.</a:t>
            </a:r>
          </a:p>
          <a:p>
            <a:pPr>
              <a:spcAft>
                <a:spcPts val="1100"/>
              </a:spcAft>
              <a:defRPr sz="1900">
                <a:solidFill>
                  <a:srgbClr val="F2F5F8"/>
                </a:solidFill>
              </a:defRPr>
            </a:pPr>
            <a:r>
              <a:t>• The source-language rules still determine which arithmetic a compiler may assume is valid.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Assembly Arithmetic.</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15.1 Addition</a:t>
            </a:r>
          </a:p>
          <a:p>
            <a:pPr>
              <a:spcAft>
                <a:spcPts val="1100"/>
              </a:spcAft>
              <a:defRPr sz="1900">
                <a:solidFill>
                  <a:srgbClr val="F2F5F8"/>
                </a:solidFill>
              </a:defRPr>
            </a:pPr>
            <a:r>
              <a:t>• 15.2 Subtraction</a:t>
            </a:r>
          </a:p>
          <a:p>
            <a:pPr>
              <a:spcAft>
                <a:spcPts val="1100"/>
              </a:spcAft>
              <a:defRPr sz="1900">
                <a:solidFill>
                  <a:srgbClr val="F2F5F8"/>
                </a:solidFill>
              </a:defRPr>
            </a:pPr>
            <a:r>
              <a:t>• 15.3 Multiplication</a:t>
            </a:r>
          </a:p>
          <a:p>
            <a:pPr>
              <a:spcAft>
                <a:spcPts val="1100"/>
              </a:spcAft>
              <a:defRPr sz="1900">
                <a:solidFill>
                  <a:srgbClr val="F2F5F8"/>
                </a:solidFill>
              </a:defRPr>
            </a:pPr>
            <a:r>
              <a:t>• 15.4 Division</a:t>
            </a:r>
          </a:p>
          <a:p>
            <a:pPr>
              <a:spcAft>
                <a:spcPts val="1100"/>
              </a:spcAft>
              <a:defRPr sz="1900">
                <a:solidFill>
                  <a:srgbClr val="F2F5F8"/>
                </a:solidFill>
              </a:defRPr>
            </a:pPr>
            <a:r>
              <a:t>• ...plus 9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15.1 Addition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addq source, destination adds 64-bit operands and stores the low 64 bits in the destination.</a:t>
            </a:r>
          </a:p>
          <a:p>
            <a:pPr>
              <a:spcAft>
                <a:spcPts val="1100"/>
              </a:spcAft>
              <a:defRPr sz="1900">
                <a:solidFill>
                  <a:srgbClr val="F2F5F8"/>
                </a:solidFill>
              </a:defRPr>
            </a:pPr>
            <a:r>
              <a:t>• It updates condition flags, including carry and signed overflow indicators.</a:t>
            </a:r>
          </a:p>
          <a:p>
            <a:pPr>
              <a:spcAft>
                <a:spcPts val="1100"/>
              </a:spcAft>
              <a:defRPr sz="1900">
                <a:solidFill>
                  <a:srgbClr val="F2F5F8"/>
                </a:solidFill>
              </a:defRPr>
            </a:pPr>
            <a:r>
              <a:t>• A register-memory form also performs the relevant memory access.</a:t>
            </a:r>
          </a:p>
          <a:p>
            <a:pPr>
              <a:spcAft>
                <a:spcPts val="1100"/>
              </a:spcAft>
              <a:defRPr sz="1900">
                <a:solidFill>
                  <a:srgbClr val="F2F5F8"/>
                </a:solidFill>
              </a:defRPr>
            </a:pPr>
            <a:r>
              <a:t>• The low-bit addition result can serve either signed or unsigned interpretation.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15.1 Addition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low-bit addition result can serve either signed or unsigned interpretation.</a:t>
            </a:r>
          </a:p>
          <a:p>
            <a:pPr>
              <a:spcAft>
                <a:spcPts val="1100"/>
              </a:spcAft>
              <a:defRPr sz="1900">
                <a:solidFill>
                  <a:srgbClr val="F2F5F8"/>
                </a:solidFill>
              </a:defRPr>
            </a:pPr>
            <a:r>
              <a:t>• Carry indicates unsigned overflow beyond the width; overflow indicates that the signed result cannot be represented.</a:t>
            </a:r>
          </a:p>
          <a:p>
            <a:pPr>
              <a:spcAft>
                <a:spcPts val="1100"/>
              </a:spcAft>
              <a:defRPr sz="1900">
                <a:solidFill>
                  <a:srgbClr val="F2F5F8"/>
                </a:solidFill>
              </a:defRPr>
            </a:pPr>
            <a:r>
              <a:t>• These flags answer different questions.</a:t>
            </a:r>
          </a:p>
          <a:p>
            <a:pPr>
              <a:spcAft>
                <a:spcPts val="1100"/>
              </a:spcAft>
              <a:defRPr sz="1700">
                <a:solidFill>
                  <a:srgbClr val="F2F5F8"/>
                </a:solidFill>
              </a:defRPr>
            </a:pPr>
            <a:r>
              <a:t>• An assembly routine exposing checked arithmetic must return or branch on the appropriate condition rather than assuming the caller can inspect flags after an ordinary C call.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15.2 Subtraction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subq source, destination computes destination minus source.</a:t>
            </a:r>
          </a:p>
          <a:p>
            <a:pPr>
              <a:spcAft>
                <a:spcPts val="1100"/>
              </a:spcAft>
              <a:defRPr sz="1900">
                <a:solidFill>
                  <a:srgbClr val="F2F5F8"/>
                </a:solidFill>
              </a:defRPr>
            </a:pPr>
            <a:r>
              <a:t>• This operand order is easy to reverse when switching between AT&amp;T and Intel syntax.</a:t>
            </a:r>
          </a:p>
          <a:p>
            <a:pPr>
              <a:spcAft>
                <a:spcPts val="1100"/>
              </a:spcAft>
              <a:defRPr sz="1900">
                <a:solidFill>
                  <a:srgbClr val="F2F5F8"/>
                </a:solidFill>
              </a:defRPr>
            </a:pPr>
            <a:r>
              <a:t>• The result updates flags used by both arithmetic and comparisons.</a:t>
            </a:r>
          </a:p>
          <a:p>
            <a:pPr>
              <a:spcAft>
                <a:spcPts val="1100"/>
              </a:spcAft>
              <a:defRPr sz="1900">
                <a:solidFill>
                  <a:srgbClr val="F2F5F8"/>
                </a:solidFill>
              </a:defRPr>
            </a:pPr>
            <a:r>
              <a:t>• Subtraction underlies cmp , which computes flags without retaining the result.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15.2 Subtraction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Subtraction underlies cmp , which computes flags without retaining the result.</a:t>
            </a:r>
          </a:p>
          <a:p>
            <a:pPr>
              <a:spcAft>
                <a:spcPts val="1100"/>
              </a:spcAft>
              <a:defRPr sz="1900">
                <a:solidFill>
                  <a:srgbClr val="F2F5F8"/>
                </a:solidFill>
              </a:defRPr>
            </a:pPr>
            <a:r>
              <a:t>• For unsigned order, carry-related conditions describe borrow behavior.</a:t>
            </a:r>
          </a:p>
          <a:p>
            <a:pPr>
              <a:spcAft>
                <a:spcPts val="1100"/>
              </a:spcAft>
              <a:defRPr sz="1900">
                <a:solidFill>
                  <a:srgbClr val="F2F5F8"/>
                </a:solidFill>
              </a:defRPr>
            </a:pPr>
            <a:r>
              <a:t>• For signed order, the sign and overflow relationship matters.</a:t>
            </a:r>
          </a:p>
          <a:p>
            <a:pPr>
              <a:spcAft>
                <a:spcPts val="1100"/>
              </a:spcAft>
              <a:defRPr sz="1700">
                <a:solidFill>
                  <a:srgbClr val="F2F5F8"/>
                </a:solidFill>
              </a:defRPr>
            </a:pPr>
            <a:r>
              <a:t>• A raw negative-looking high bit is not enough to establish the result of a signed comparison after overflow-sensitive subtraction.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15.3 Multiplication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imul family supports signed multiplication in several forms.</a:t>
            </a:r>
          </a:p>
          <a:p>
            <a:pPr>
              <a:spcAft>
                <a:spcPts val="1100"/>
              </a:spcAft>
              <a:defRPr sz="1700">
                <a:solidFill>
                  <a:srgbClr val="F2F5F8"/>
                </a:solidFill>
              </a:defRPr>
            </a:pPr>
            <a:r>
              <a:t>• Two-operand forms retain the low-width result, while one-operand forms can produce a double-width result using implicit registers.</a:t>
            </a:r>
          </a:p>
          <a:p>
            <a:pPr>
              <a:spcAft>
                <a:spcPts val="1100"/>
              </a:spcAft>
              <a:defRPr sz="1900">
                <a:solidFill>
                  <a:srgbClr val="F2F5F8"/>
                </a:solidFill>
              </a:defRPr>
            </a:pPr>
            <a:r>
              <a:t>• Unsigned mul also uses implicit accumulator registers for full-width products.</a:t>
            </a:r>
          </a:p>
          <a:p>
            <a:pPr>
              <a:spcAft>
                <a:spcPts val="1100"/>
              </a:spcAft>
              <a:defRPr sz="1900">
                <a:solidFill>
                  <a:srgbClr val="F2F5F8"/>
                </a:solidFill>
              </a:defRPr>
            </a:pPr>
            <a:r>
              <a:t>• The low w bits of a product are the same under signed and unsigned modular interpretations of the input patterns.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15.3 Multiplication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low w bits of a product are the same under signed and unsigned modular interpretations of the input patterns.</a:t>
            </a:r>
          </a:p>
          <a:p>
            <a:pPr>
              <a:spcAft>
                <a:spcPts val="1100"/>
              </a:spcAft>
              <a:defRPr sz="1900">
                <a:solidFill>
                  <a:srgbClr val="F2F5F8"/>
                </a:solidFill>
              </a:defRPr>
            </a:pPr>
            <a:r>
              <a:t>• The high half and overflow interpretation differ.</a:t>
            </a:r>
          </a:p>
          <a:p>
            <a:pPr>
              <a:spcAft>
                <a:spcPts val="1100"/>
              </a:spcAft>
              <a:defRPr sz="1900">
                <a:solidFill>
                  <a:srgbClr val="F2F5F8"/>
                </a:solidFill>
              </a:defRPr>
            </a:pPr>
            <a:r>
              <a:t>• A compiler can therefore use a signed-named multiply instruction for some unsigned low-result calculations.</a:t>
            </a:r>
          </a:p>
          <a:p>
            <a:pPr>
              <a:spcAft>
                <a:spcPts val="1100"/>
              </a:spcAft>
              <a:defRPr sz="1900">
                <a:solidFill>
                  <a:srgbClr val="F2F5F8"/>
                </a:solidFill>
              </a:defRPr>
            </a:pPr>
            <a:r>
              <a:t>• Read the instruction’s actual result width and use, not only its mnemonic’s historical label.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15.4 Division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64-bit signed idivq , the dividend is in %rdx:%rax , the divisor is the explicit operand, the quotient is returned in %rax , and the remainder in %rdx . cqto sign-extends...</a:t>
            </a:r>
          </a:p>
          <a:p>
            <a:pPr>
              <a:spcAft>
                <a:spcPts val="1100"/>
              </a:spcAft>
              <a:defRPr sz="1900">
                <a:solidFill>
                  <a:srgbClr val="F2F5F8"/>
                </a:solidFill>
              </a:defRPr>
            </a:pPr>
            <a:r>
              <a:t>• The instruction faults for a zero divisor or an unrepresentable quotient.</a:t>
            </a:r>
          </a:p>
          <a:p>
            <a:pPr>
              <a:spcAft>
                <a:spcPts val="1100"/>
              </a:spcAft>
              <a:defRPr sz="1900">
                <a:solidFill>
                  <a:srgbClr val="F2F5F8"/>
                </a:solidFill>
              </a:defRPr>
            </a:pPr>
            <a:r>
              <a:t>• It does not return an ordinary error code.</a:t>
            </a:r>
          </a:p>
          <a:p>
            <a:pPr>
              <a:spcAft>
                <a:spcPts val="1100"/>
              </a:spcAft>
              <a:defRPr sz="1900">
                <a:solidFill>
                  <a:srgbClr val="F2F5F8"/>
                </a:solidFill>
              </a:defRPr>
            </a:pPr>
            <a:r>
              <a:t>• Validate the input contract before executing it when building a checked interface.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15.4 Division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instruction faults for a zero divisor or an unrepresentable quotient.</a:t>
            </a:r>
          </a:p>
          <a:p>
            <a:pPr>
              <a:spcAft>
                <a:spcPts val="1100"/>
              </a:spcAft>
              <a:defRPr sz="1900">
                <a:solidFill>
                  <a:srgbClr val="F2F5F8"/>
                </a:solidFill>
              </a:defRPr>
            </a:pPr>
            <a:r>
              <a:t>• It does not return an ordinary error code.</a:t>
            </a:r>
          </a:p>
          <a:p>
            <a:pPr>
              <a:spcAft>
                <a:spcPts val="1100"/>
              </a:spcAft>
              <a:defRPr sz="1900">
                <a:solidFill>
                  <a:srgbClr val="F2F5F8"/>
                </a:solidFill>
              </a:defRPr>
            </a:pPr>
            <a:r>
              <a:t>• Validate the input contract before executing it when building a checked interface.</a:t>
            </a:r>
          </a:p>
          <a:p>
            <a:pPr>
              <a:spcAft>
                <a:spcPts val="1100"/>
              </a:spcAft>
              <a:defRPr sz="1700">
                <a:solidFill>
                  <a:srgbClr val="F2F5F8"/>
                </a:solidFill>
              </a:defRPr>
            </a:pPr>
            <a:r>
              <a:t>• For unsigned divq of a 64-bit value, a zero high half is typically prepared, but only when that matches the intended double-width dividend.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15.5 Increment/decrement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inc and dec add or subtract one.</a:t>
            </a:r>
          </a:p>
          <a:p>
            <a:pPr>
              <a:spcAft>
                <a:spcPts val="1100"/>
              </a:spcAft>
              <a:defRPr sz="1900">
                <a:solidFill>
                  <a:srgbClr val="F2F5F8"/>
                </a:solidFill>
              </a:defRPr>
            </a:pPr>
            <a:r>
              <a:t>• They update several arithmetic flags but do not update the carry flag.</a:t>
            </a:r>
          </a:p>
          <a:p>
            <a:pPr>
              <a:spcAft>
                <a:spcPts val="1100"/>
              </a:spcAft>
              <a:defRPr sz="1900">
                <a:solidFill>
                  <a:srgbClr val="F2F5F8"/>
                </a:solidFill>
              </a:defRPr>
            </a:pPr>
            <a:r>
              <a:t>• This difference can matter when a later instruction consumes carry from an earlier operation.</a:t>
            </a:r>
          </a:p>
          <a:p>
            <a:pPr>
              <a:spcAft>
                <a:spcPts val="1100"/>
              </a:spcAft>
              <a:defRPr sz="1900">
                <a:solidFill>
                  <a:srgbClr val="F2F5F8"/>
                </a:solidFill>
              </a:defRPr>
            </a:pPr>
            <a:r>
              <a:t>• A compiler may choose add $1 or sub $1 instead, depending on code size, dependencies, and target tuning.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15.5 Increment/decrement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compiler may choose add $1 or sub $1 instead, depending on code size, dependencies, and target tuning.</a:t>
            </a:r>
          </a:p>
          <a:p>
            <a:pPr>
              <a:spcAft>
                <a:spcPts val="1100"/>
              </a:spcAft>
              <a:defRPr sz="1900">
                <a:solidFill>
                  <a:srgbClr val="F2F5F8"/>
                </a:solidFill>
              </a:defRPr>
            </a:pPr>
            <a:r>
              <a:t>• Do not use instruction spelling as the sole measure of efficiency.</a:t>
            </a:r>
          </a:p>
          <a:p>
            <a:pPr>
              <a:spcAft>
                <a:spcPts val="1100"/>
              </a:spcAft>
              <a:defRPr sz="1700">
                <a:solidFill>
                  <a:srgbClr val="F2F5F8"/>
                </a:solidFill>
              </a:defRPr>
            </a:pPr>
            <a:r>
              <a:t>• The surrounding flag dependencies and pipeline behavior can be more important than the apparent simplicity of “increment.”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15.6 AND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and computes a bitwise intersection and updates status flags based on the result, while clearing carry and overflow in the ordinary instruction semantics.</a:t>
            </a:r>
          </a:p>
          <a:p>
            <a:pPr>
              <a:spcAft>
                <a:spcPts val="1100"/>
              </a:spcAft>
              <a:defRPr sz="1900">
                <a:solidFill>
                  <a:srgbClr val="F2F5F8"/>
                </a:solidFill>
              </a:defRPr>
            </a:pPr>
            <a:r>
              <a:t>• It is useful for masking and alignment calculations.</a:t>
            </a:r>
          </a:p>
          <a:p>
            <a:pPr>
              <a:spcAft>
                <a:spcPts val="1100"/>
              </a:spcAft>
              <a:defRPr sz="1700">
                <a:solidFill>
                  <a:srgbClr val="F2F5F8"/>
                </a:solidFill>
              </a:defRPr>
            </a:pPr>
            <a:r>
              <a:t>• Masking an address down to a boundary is a numeric operation, not a proof that the resulting address is an owned object.</a:t>
            </a:r>
          </a:p>
          <a:p>
            <a:pPr>
              <a:spcAft>
                <a:spcPts val="1100"/>
              </a:spcAft>
              <a:defRPr sz="1900">
                <a:solidFill>
                  <a:srgbClr val="F2F5F8"/>
                </a:solidFill>
              </a:defRPr>
            </a:pPr>
            <a:r>
              <a:t>• In allocator code, the masked or rounded address must still lie inside the managed region.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15.6 AND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Masking an address down to a boundary is a numeric operation, not a proof that the resulting address is an owned object.</a:t>
            </a:r>
          </a:p>
          <a:p>
            <a:pPr>
              <a:spcAft>
                <a:spcPts val="1100"/>
              </a:spcAft>
              <a:defRPr sz="1900">
                <a:solidFill>
                  <a:srgbClr val="F2F5F8"/>
                </a:solidFill>
              </a:defRPr>
            </a:pPr>
            <a:r>
              <a:t>• In allocator code, the masked or rounded address must still lie inside the managed region.</a:t>
            </a:r>
          </a:p>
          <a:p>
            <a:pPr>
              <a:spcAft>
                <a:spcPts val="1100"/>
              </a:spcAft>
              <a:defRPr sz="1900">
                <a:solidFill>
                  <a:srgbClr val="F2F5F8"/>
                </a:solidFill>
              </a:defRPr>
            </a:pPr>
            <a:r>
              <a:t>• In security-sensitive parsing, masking a length may silently truncate an invalid input rather than reject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15.7 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or combines set bits and updates flags from the result.</a:t>
            </a:r>
          </a:p>
          <a:p>
            <a:pPr>
              <a:spcAft>
                <a:spcPts val="1100"/>
              </a:spcAft>
              <a:defRPr sz="1900">
                <a:solidFill>
                  <a:srgbClr val="F2F5F8"/>
                </a:solidFill>
              </a:defRPr>
            </a:pPr>
            <a:r>
              <a:t>• It can set selected flag bits in an ordinary data word or combine nonoverlapping fields.</a:t>
            </a:r>
          </a:p>
          <a:p>
            <a:pPr>
              <a:spcAft>
                <a:spcPts val="1100"/>
              </a:spcAft>
              <a:defRPr sz="1700">
                <a:solidFill>
                  <a:srgbClr val="F2F5F8"/>
                </a:solidFill>
              </a:defRPr>
            </a:pPr>
            <a:r>
              <a:t>• Like other non-atomic memory read-modify-write instructions, an ordinary or to shared memory is not automatically a valid language-level synchronization operation.</a:t>
            </a:r>
          </a:p>
          <a:p>
            <a:pPr>
              <a:spcAft>
                <a:spcPts val="1100"/>
              </a:spcAft>
              <a:defRPr sz="1700">
                <a:solidFill>
                  <a:srgbClr val="F2F5F8"/>
                </a:solidFill>
              </a:defRPr>
            </a:pPr>
            <a:r>
              <a:t>• A locked machine instruction can provide particular atomic hardware behavior, but handwritten synchronization also needs compiler and language ordering guarantees.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15.7 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locked machine instruction can provide particular atomic hardware behavior, but handwritten synchronization also needs compiler and language ordering guarantees.</a:t>
            </a:r>
          </a:p>
          <a:p>
            <a:pPr>
              <a:spcAft>
                <a:spcPts val="1100"/>
              </a:spcAft>
              <a:defRPr sz="1900">
                <a:solidFill>
                  <a:srgbClr val="F2F5F8"/>
                </a:solidFill>
              </a:defRPr>
            </a:pPr>
            <a:r>
              <a:t>• Prefer standard atomic interfaces for application code so the compiler understands the concurrency contract.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15.8 XOR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xor toggles differing bits.</a:t>
            </a:r>
          </a:p>
          <a:p>
            <a:pPr>
              <a:spcAft>
                <a:spcPts val="1100"/>
              </a:spcAft>
              <a:defRPr sz="1700">
                <a:solidFill>
                  <a:srgbClr val="F2F5F8"/>
                </a:solidFill>
              </a:defRPr>
            </a:pPr>
            <a:r>
              <a:t>• A common zeroing idiom is xorl %eax, %eax , which produces a full zero in %rax because a 32-bit register write clears the high half.</a:t>
            </a:r>
          </a:p>
          <a:p>
            <a:pPr>
              <a:spcAft>
                <a:spcPts val="1100"/>
              </a:spcAft>
              <a:defRPr sz="1900">
                <a:solidFill>
                  <a:srgbClr val="F2F5F8"/>
                </a:solidFill>
              </a:defRPr>
            </a:pPr>
            <a:r>
              <a:t>• It also changes flags, so it cannot be inserted between a comparison and a branch without considering that dependency.</a:t>
            </a:r>
          </a:p>
          <a:p>
            <a:pPr>
              <a:spcAft>
                <a:spcPts val="1100"/>
              </a:spcAft>
              <a:defRPr sz="1700">
                <a:solidFill>
                  <a:srgbClr val="F2F5F8"/>
                </a:solidFill>
              </a:defRPr>
            </a:pPr>
            <a:r>
              <a:t>• A zeroing idiom may be recognized specially by the microarchitecture, but its correctness follows from the architectural XOR result.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15.8 XOR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zeroing idiom may be recognized specially by the microarchitecture, but its correctness follows from the architectural XOR result.</a:t>
            </a:r>
          </a:p>
          <a:p>
            <a:pPr>
              <a:spcAft>
                <a:spcPts val="1100"/>
              </a:spcAft>
              <a:defRPr sz="1900">
                <a:solidFill>
                  <a:srgbClr val="F2F5F8"/>
                </a:solidFill>
              </a:defRPr>
            </a:pPr>
            <a:r>
              <a:t>• A programmer should first establish that zero is the required value and that flag changes are harmless.</a:t>
            </a:r>
          </a:p>
          <a:p>
            <a:pPr>
              <a:spcAft>
                <a:spcPts val="1100"/>
              </a:spcAft>
              <a:defRPr sz="1900">
                <a:solidFill>
                  <a:srgbClr val="F2F5F8"/>
                </a:solidFill>
              </a:defRPr>
            </a:pPr>
            <a:r>
              <a:t>• Performance tuning follows only after those conditions are satisfied.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15.9 Shifts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Logical shifts move bits and fill with zeros; arithmetic right shift replicates the sign bit.</a:t>
            </a:r>
          </a:p>
          <a:p>
            <a:pPr>
              <a:spcAft>
                <a:spcPts val="1100"/>
              </a:spcAft>
              <a:defRPr sz="1900">
                <a:solidFill>
                  <a:srgbClr val="F2F5F8"/>
                </a:solidFill>
              </a:defRPr>
            </a:pPr>
            <a:r>
              <a:t>• In AT&amp;T syntax, shl or sal names left shift, shr logical right shift, and sar arithmetic right shift.</a:t>
            </a:r>
          </a:p>
          <a:p>
            <a:pPr>
              <a:spcAft>
                <a:spcPts val="1100"/>
              </a:spcAft>
              <a:defRPr sz="1900">
                <a:solidFill>
                  <a:srgbClr val="F2F5F8"/>
                </a:solidFill>
              </a:defRPr>
            </a:pPr>
            <a:r>
              <a:t>• Traditional variable counts use %cl .</a:t>
            </a:r>
          </a:p>
          <a:p>
            <a:pPr>
              <a:spcAft>
                <a:spcPts val="1100"/>
              </a:spcAft>
              <a:defRPr sz="1700">
                <a:solidFill>
                  <a:srgbClr val="F2F5F8"/>
                </a:solidFill>
              </a:defRPr>
            </a:pPr>
            <a:r>
              <a:t>• x86 masks shift counts according to operand width, but C and C++ source shifts with out-of-range counts are not thereby made valid.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15.9 Shifts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x86 masks shift counts according to operand width, but C and C++ source shifts with out-of-range counts are not thereby made valid.</a:t>
            </a:r>
          </a:p>
          <a:p>
            <a:pPr>
              <a:spcAft>
                <a:spcPts val="1100"/>
              </a:spcAft>
              <a:defRPr sz="1900">
                <a:solidFill>
                  <a:srgbClr val="F2F5F8"/>
                </a:solidFill>
              </a:defRPr>
            </a:pPr>
            <a:r>
              <a:t>• Hardware behavior is not a substitute for language preconditions.</a:t>
            </a:r>
          </a:p>
          <a:p>
            <a:pPr>
              <a:spcAft>
                <a:spcPts val="1100"/>
              </a:spcAft>
              <a:defRPr sz="1700">
                <a:solidFill>
                  <a:srgbClr val="F2F5F8"/>
                </a:solidFill>
              </a:defRPr>
            </a:pPr>
            <a:r>
              <a:t>• Likewise, arithmetic right shift of a negative value rounds differently from signed division by a positive power of two when the value is not evenly divisible. [ R3 , R36 ]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Signed division with explicit preparation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requirement is to divide -29 by 6.</a:t>
            </a:r>
          </a:p>
          <a:p>
            <a:pPr>
              <a:spcAft>
                <a:spcPts val="1100"/>
              </a:spcAft>
              <a:defRPr sz="1900">
                <a:solidFill>
                  <a:srgbClr val="F2F5F8"/>
                </a:solidFill>
              </a:defRPr>
            </a:pPr>
            <a:r>
              <a:t>• The mathematical quotient truncated toward zero is -4, and the remainder is -5 because -29 = (-4)*6 + (-5) .</a:t>
            </a:r>
          </a:p>
          <a:p>
            <a:pPr>
              <a:spcAft>
                <a:spcPts val="1100"/>
              </a:spcAft>
              <a:defRPr sz="1900">
                <a:solidFill>
                  <a:srgbClr val="F2F5F8"/>
                </a:solidFill>
              </a:defRPr>
            </a:pPr>
            <a:r>
              <a:t>• Companion listing: ch15/divide.S</a:t>
            </a:r>
          </a:p>
          <a:p>
            <a:pPr>
              <a:spcAft>
                <a:spcPts val="1100"/>
              </a:spcAft>
              <a:defRPr sz="1900">
                <a:solidFill>
                  <a:srgbClr val="F2F5F8"/>
                </a:solidFill>
              </a:defRPr>
            </a:pPr>
            <a:r>
              <a:t>• Companion listing: ch15/main.c</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Signed division with explicit preparation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ch15/divide.S</a:t>
            </a:r>
          </a:p>
          <a:p>
            <a:pPr>
              <a:spcAft>
                <a:spcPts val="1100"/>
              </a:spcAft>
              <a:defRPr sz="1900">
                <a:solidFill>
                  <a:srgbClr val="F2F5F8"/>
                </a:solidFill>
              </a:defRPr>
            </a:pPr>
            <a:r>
              <a:t>• Companion listing: ch15/main.c</a:t>
            </a:r>
          </a:p>
          <a:p>
            <a:pPr>
              <a:spcAft>
                <a:spcPts val="1100"/>
              </a:spcAft>
              <a:defRPr sz="1900">
                <a:solidFill>
                  <a:srgbClr val="F2F5F8"/>
                </a:solidFill>
              </a:defRPr>
            </a:pPr>
            <a:r>
              <a:t>• Before idivq , %rax holds the two’s-complement pattern for -29 and %rdx is all ones.</a:t>
            </a:r>
          </a:p>
          <a:p>
            <a:pPr>
              <a:spcAft>
                <a:spcPts val="1100"/>
              </a:spcAft>
              <a:defRPr sz="1900">
                <a:solidFill>
                  <a:srgbClr val="F2F5F8"/>
                </a:solidFill>
              </a:defRPr>
            </a:pPr>
            <a:r>
              <a:t>• This pair represents the sign-extended dividend.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Shifting to multiply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unsigned integers where overflow behavior is acceptable, shifting left by 3 multiplies by 8: 7 &lt;&lt; 3 = 56 .</a:t>
            </a:r>
          </a:p>
          <a:p>
            <a:pPr>
              <a:spcAft>
                <a:spcPts val="1100"/>
              </a:spcAft>
              <a:defRPr sz="1900">
                <a:solidFill>
                  <a:srgbClr val="F2F5F8"/>
                </a:solidFill>
              </a:defRPr>
            </a:pPr>
            <a:r>
              <a:t>• A compiler may replace multiplication by a power of two with a shift when semantics permit.</a:t>
            </a:r>
          </a:p>
          <a:p>
            <a:pPr>
              <a:spcAft>
                <a:spcPts val="1100"/>
              </a:spcAft>
              <a:defRPr sz="1700">
                <a:solidFill>
                  <a:srgbClr val="F2F5F8"/>
                </a:solidFill>
              </a:defRPr>
            </a:pPr>
            <a:r>
              <a:t>• For signed values, overflow and negative operands require more care because language rules constrain valid transformations.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Shifting to multiply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unsigned integers where overflow behavior is acceptable, shifting left by 3 multiplies by 8: 7 &lt;&lt; 3 = 56 .</a:t>
            </a:r>
          </a:p>
          <a:p>
            <a:pPr>
              <a:spcAft>
                <a:spcPts val="1100"/>
              </a:spcAft>
              <a:defRPr sz="1900">
                <a:solidFill>
                  <a:srgbClr val="F2F5F8"/>
                </a:solidFill>
              </a:defRPr>
            </a:pPr>
            <a:r>
              <a:t>• A compiler may replace multiplication by a power of two with a shift when semantics permit.</a:t>
            </a:r>
          </a:p>
          <a:p>
            <a:pPr>
              <a:spcAft>
                <a:spcPts val="1100"/>
              </a:spcAft>
              <a:defRPr sz="1700">
                <a:solidFill>
                  <a:srgbClr val="F2F5F8"/>
                </a:solidFill>
              </a:defRPr>
            </a:pPr>
            <a:r>
              <a:t>• For signed values, overflow and negative operands require more care because language rules constrain valid transformations.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Signed division setup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 x86-64, signed division uses a double-width dividend spread across rdx:rax .</a:t>
            </a:r>
          </a:p>
          <a:p>
            <a:pPr>
              <a:spcAft>
                <a:spcPts val="1100"/>
              </a:spcAft>
              <a:defRPr sz="1900">
                <a:solidFill>
                  <a:srgbClr val="F2F5F8"/>
                </a:solidFill>
              </a:defRPr>
            </a:pPr>
            <a:r>
              <a:t>• Before dividing a signed 64-bit value in rax , cqo sign-extends it into rdx .</a:t>
            </a:r>
          </a:p>
          <a:p>
            <a:pPr>
              <a:spcAft>
                <a:spcPts val="1100"/>
              </a:spcAft>
              <a:defRPr sz="1900">
                <a:solidFill>
                  <a:srgbClr val="F2F5F8"/>
                </a:solidFill>
              </a:defRPr>
            </a:pPr>
            <a:r>
              <a:t>• After idiv , the quotient is in rax and remainder in rdx .</a:t>
            </a:r>
          </a:p>
          <a:p>
            <a:pPr>
              <a:spcAft>
                <a:spcPts val="1100"/>
              </a:spcAft>
              <a:defRPr sz="1900">
                <a:solidFill>
                  <a:srgbClr val="F2F5F8"/>
                </a:solidFill>
              </a:defRPr>
            </a:pPr>
            <a:r>
              <a:t>• Failing to prepare the high half correctly changes the dividend.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Signed division setup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 x86-64, signed division uses a double-width dividend spread across rdx:rax .</a:t>
            </a:r>
          </a:p>
          <a:p>
            <a:pPr>
              <a:spcAft>
                <a:spcPts val="1100"/>
              </a:spcAft>
              <a:defRPr sz="1900">
                <a:solidFill>
                  <a:srgbClr val="F2F5F8"/>
                </a:solidFill>
              </a:defRPr>
            </a:pPr>
            <a:r>
              <a:t>• Before dividing a signed 64-bit value in rax , cqo sign-extends it into rdx .</a:t>
            </a:r>
          </a:p>
          <a:p>
            <a:pPr>
              <a:spcAft>
                <a:spcPts val="1100"/>
              </a:spcAft>
              <a:defRPr sz="1900">
                <a:solidFill>
                  <a:srgbClr val="F2F5F8"/>
                </a:solidFill>
              </a:defRPr>
            </a:pPr>
            <a:r>
              <a:t>• After idiv , the quotient is in rax and remainder in rdx .</a:t>
            </a:r>
          </a:p>
          <a:p>
            <a:pPr>
              <a:spcAft>
                <a:spcPts val="1100"/>
              </a:spcAft>
              <a:defRPr sz="1900">
                <a:solidFill>
                  <a:srgbClr val="F2F5F8"/>
                </a:solidFill>
              </a:defRPr>
            </a:pPr>
            <a:r>
              <a:t>• Failing to prepare the high half correctly changes the dividend.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15.</a:t>
            </a:r>
          </a:p>
          <a:p>
            <a:pPr>
              <a:spcAft>
                <a:spcPts val="1100"/>
              </a:spcAft>
              <a:defRPr sz="1700">
                <a:solidFill>
                  <a:srgbClr val="F2F5F8"/>
                </a:solidFill>
              </a:defRPr>
            </a:pPr>
            <a:r>
              <a:t>• Extend the routine to store the remainder through a third pointer argument after preserving that pointer away from %rdx , which division overwrites.</a:t>
            </a:r>
          </a:p>
          <a:p>
            <a:pPr>
              <a:spcAft>
                <a:spcPts val="1100"/>
              </a:spcAft>
              <a:defRPr sz="1900">
                <a:solidFill>
                  <a:srgbClr val="F2F5F8"/>
                </a:solidFill>
              </a:defRPr>
            </a:pPr>
            <a:r>
              <a:t>• Test all sign combinations of 29 and 6 and verify a == q*b + r .</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does arithmetic right shift of -7 by one differ from -7 / 2 ?</a:t>
            </a:r>
          </a:p>
          <a:p>
            <a:pPr>
              <a:spcAft>
                <a:spcPts val="1100"/>
              </a:spcAft>
              <a:defRPr sz="1900">
                <a:solidFill>
                  <a:srgbClr val="F2F5F8"/>
                </a:solidFill>
              </a:defRPr>
            </a:pPr>
            <a:r>
              <a:t>• Review 2.</a:t>
            </a:r>
          </a:p>
          <a:p>
            <a:pPr>
              <a:spcAft>
                <a:spcPts val="1100"/>
              </a:spcAft>
              <a:defRPr sz="1900">
                <a:solidFill>
                  <a:srgbClr val="F2F5F8"/>
                </a:solidFill>
              </a:defRPr>
            </a:pPr>
            <a:r>
              <a:t>• Why are carry and signed overflow different flags?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assembly arithmetic.</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Machine Control Flow.</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15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